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57"/>
  </p:notesMasterIdLst>
  <p:sldIdLst>
    <p:sldId id="256" r:id="rId5"/>
    <p:sldId id="257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294" r:id="rId17"/>
    <p:sldId id="258" r:id="rId18"/>
    <p:sldId id="309" r:id="rId19"/>
    <p:sldId id="305" r:id="rId20"/>
    <p:sldId id="310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  <p:sldId id="268" r:id="rId31"/>
    <p:sldId id="269" r:id="rId32"/>
    <p:sldId id="270" r:id="rId33"/>
    <p:sldId id="271" r:id="rId34"/>
    <p:sldId id="272" r:id="rId35"/>
    <p:sldId id="273" r:id="rId36"/>
    <p:sldId id="274" r:id="rId37"/>
    <p:sldId id="275" r:id="rId38"/>
    <p:sldId id="276" r:id="rId39"/>
    <p:sldId id="277" r:id="rId40"/>
    <p:sldId id="278" r:id="rId41"/>
    <p:sldId id="279" r:id="rId42"/>
    <p:sldId id="280" r:id="rId43"/>
    <p:sldId id="281" r:id="rId44"/>
    <p:sldId id="282" r:id="rId45"/>
    <p:sldId id="283" r:id="rId46"/>
    <p:sldId id="284" r:id="rId47"/>
    <p:sldId id="285" r:id="rId48"/>
    <p:sldId id="286" r:id="rId49"/>
    <p:sldId id="287" r:id="rId50"/>
    <p:sldId id="288" r:id="rId51"/>
    <p:sldId id="289" r:id="rId52"/>
    <p:sldId id="290" r:id="rId53"/>
    <p:sldId id="291" r:id="rId54"/>
    <p:sldId id="292" r:id="rId55"/>
    <p:sldId id="293" r:id="rId56"/>
  </p:sldIdLst>
  <p:sldSz cx="12192000" cy="6858000"/>
  <p:notesSz cx="6858000" cy="9144000"/>
  <p:embeddedFontLst>
    <p:embeddedFont>
      <p:font typeface="Play" panose="020B0604020202020204" charset="0"/>
      <p:regular r:id="rId58"/>
      <p:bold r:id="rId5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0" roundtripDataSignature="AMtx7mhSNMZy14uP5hDwkZfiLZHufWXQ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font" Target="fonts/font1.fntdata"/><Relationship Id="rId5" Type="http://schemas.openxmlformats.org/officeDocument/2006/relationships/slide" Target="slides/slide1.xml"/><Relationship Id="rId61" Type="http://schemas.openxmlformats.org/officeDocument/2006/relationships/presProps" Target="pres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2.fntdata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customschemas.google.com/relationships/presentationmetadata" Target="meta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>
          <a:extLst>
            <a:ext uri="{FF2B5EF4-FFF2-40B4-BE49-F238E27FC236}">
              <a16:creationId xmlns:a16="http://schemas.microsoft.com/office/drawing/2014/main" id="{242D568E-AAB9-6482-3873-8AEE6CD37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>
            <a:extLst>
              <a:ext uri="{FF2B5EF4-FFF2-40B4-BE49-F238E27FC236}">
                <a16:creationId xmlns:a16="http://schemas.microsoft.com/office/drawing/2014/main" id="{F3F622E0-E033-D0FD-0FD4-21B50B6921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>
            <a:extLst>
              <a:ext uri="{FF2B5EF4-FFF2-40B4-BE49-F238E27FC236}">
                <a16:creationId xmlns:a16="http://schemas.microsoft.com/office/drawing/2014/main" id="{1E1434FE-8506-19AB-5183-AFE85B31A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79608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50526242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450526242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56BEF048-163F-A208-1A4E-10B18A490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4505262422_0_0:notes">
            <a:extLst>
              <a:ext uri="{FF2B5EF4-FFF2-40B4-BE49-F238E27FC236}">
                <a16:creationId xmlns:a16="http://schemas.microsoft.com/office/drawing/2014/main" id="{9AC4AFE4-799D-95A3-926E-3AA5880DD3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4505262422_0_0:notes">
            <a:extLst>
              <a:ext uri="{FF2B5EF4-FFF2-40B4-BE49-F238E27FC236}">
                <a16:creationId xmlns:a16="http://schemas.microsoft.com/office/drawing/2014/main" id="{8A58CDF6-75E4-53F8-22B4-122F37B9CB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16050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4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4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4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4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4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4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3F3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lay"/>
              <a:buNone/>
            </a:pPr>
            <a:r>
              <a:rPr lang="pt-BR">
                <a:solidFill>
                  <a:schemeClr val="lt1"/>
                </a:solidFill>
              </a:rPr>
              <a:t>Login com SharedPreferences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pic>
        <p:nvPicPr>
          <p:cNvPr id="91" name="Google Shape;91;p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 txBox="1"/>
          <p:nvPr/>
        </p:nvSpPr>
        <p:spPr>
          <a:xfrm>
            <a:off x="9113520" y="1810385"/>
            <a:ext cx="2240400" cy="20319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Primeiro Passo, vamos criar um layout para receber o login.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Podemos usar o </a:t>
            </a:r>
            <a:r>
              <a:rPr lang="pt-BR" sz="1800" err="1">
                <a:solidFill>
                  <a:schemeClr val="dk1"/>
                </a:solidFill>
              </a:rPr>
              <a:t>constraintLayout</a:t>
            </a:r>
            <a:r>
              <a:rPr lang="pt-BR" sz="1800">
                <a:solidFill>
                  <a:schemeClr val="dk1"/>
                </a:solidFill>
              </a:rPr>
              <a:t> ou o </a:t>
            </a:r>
            <a:r>
              <a:rPr lang="pt-BR" sz="1800" err="1">
                <a:solidFill>
                  <a:schemeClr val="dk1"/>
                </a:solidFill>
              </a:rPr>
              <a:t>LinearLayout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F7436F-9D8D-838A-6A14-C1BC896B6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FEC966-F303-F1DB-4995-172C88457A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584422D-B525-B3A0-229B-083CFE5DA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84191"/>
            <a:ext cx="7739490" cy="4351338"/>
          </a:xfrm>
          <a:prstGeom prst="rect">
            <a:avLst/>
          </a:prstGeom>
        </p:spPr>
      </p:pic>
      <p:sp>
        <p:nvSpPr>
          <p:cNvPr id="10" name="Google Shape;92;p2">
            <a:extLst>
              <a:ext uri="{FF2B5EF4-FFF2-40B4-BE49-F238E27FC236}">
                <a16:creationId xmlns:a16="http://schemas.microsoft.com/office/drawing/2014/main" id="{4517CAF9-92CA-8CCD-166D-0094535E0E63}"/>
              </a:ext>
            </a:extLst>
          </p:cNvPr>
          <p:cNvSpPr txBox="1"/>
          <p:nvPr/>
        </p:nvSpPr>
        <p:spPr>
          <a:xfrm>
            <a:off x="9113520" y="1810385"/>
            <a:ext cx="2240400" cy="313928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o </a:t>
            </a:r>
            <a:r>
              <a:rPr lang="pt-BR" sz="1800" b="0" i="0" u="none" strike="noStrike" cap="none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linearlayout</a:t>
            </a: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podemos apagar todas as letras amarela do topo e escrever </a:t>
            </a:r>
            <a:r>
              <a:rPr lang="pt-BR" sz="1800" b="0" i="0" u="none" strike="noStrike" cap="none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LinearLayout</a:t>
            </a: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Temos também que colocar uma orientação vertical e uma cor de background</a:t>
            </a:r>
            <a:endParaRPr sz="18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8693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BA04F-30CF-7245-F7B0-FDC0E22FD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5E4E78-2B65-F4D2-9DFD-77B13F01F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ABF3EB8-5732-B3EB-8B5F-C5AEE55C24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Google Shape;92;p2">
            <a:extLst>
              <a:ext uri="{FF2B5EF4-FFF2-40B4-BE49-F238E27FC236}">
                <a16:creationId xmlns:a16="http://schemas.microsoft.com/office/drawing/2014/main" id="{7C39EEA5-AE0F-B958-7698-69AA55F00974}"/>
              </a:ext>
            </a:extLst>
          </p:cNvPr>
          <p:cNvSpPr txBox="1"/>
          <p:nvPr/>
        </p:nvSpPr>
        <p:spPr>
          <a:xfrm>
            <a:off x="9113520" y="1810385"/>
            <a:ext cx="2240400" cy="120028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Esse elemento </a:t>
            </a:r>
            <a:r>
              <a:rPr lang="pt-BR" sz="1800" b="0" i="0" u="none" strike="noStrike" cap="none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TextView</a:t>
            </a: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vai colocar o titulo da pagina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44814AE-E415-36DE-6A27-8F6BBB94C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80" y="1611568"/>
            <a:ext cx="8120222" cy="456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790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269EB-E7F7-94C4-21FC-FB738053D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3D66E3B-C5AF-1CB6-2370-39F441C5D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10" name="Google Shape;92;p2">
            <a:extLst>
              <a:ext uri="{FF2B5EF4-FFF2-40B4-BE49-F238E27FC236}">
                <a16:creationId xmlns:a16="http://schemas.microsoft.com/office/drawing/2014/main" id="{96CC439E-B884-950E-2C42-8CE4EB3031A4}"/>
              </a:ext>
            </a:extLst>
          </p:cNvPr>
          <p:cNvSpPr txBox="1"/>
          <p:nvPr/>
        </p:nvSpPr>
        <p:spPr>
          <a:xfrm>
            <a:off x="9113520" y="1810385"/>
            <a:ext cx="2240400" cy="147728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lang="pt-BR" sz="1800" b="0" i="0" u="none" strike="noStrike" cap="none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EditText</a:t>
            </a: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eh o elemento de entrada de dados. Aqui para o usuário entrar com o nome</a:t>
            </a:r>
            <a:endParaRPr sz="18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688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13241-9741-ED6E-2749-FF1785B80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C7DDA51-D5C2-4E23-0F92-D2EA4F961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10" name="Google Shape;92;p2">
            <a:extLst>
              <a:ext uri="{FF2B5EF4-FFF2-40B4-BE49-F238E27FC236}">
                <a16:creationId xmlns:a16="http://schemas.microsoft.com/office/drawing/2014/main" id="{F6D5E787-E905-A8E1-49F9-6A6A6F953EA5}"/>
              </a:ext>
            </a:extLst>
          </p:cNvPr>
          <p:cNvSpPr txBox="1"/>
          <p:nvPr/>
        </p:nvSpPr>
        <p:spPr>
          <a:xfrm>
            <a:off x="9113520" y="1810385"/>
            <a:ext cx="2240400" cy="6462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 para entrar com o </a:t>
            </a:r>
            <a:r>
              <a:rPr lang="pt-BR" sz="1800" b="0" i="0" u="none" strike="noStrike" cap="none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email</a:t>
            </a:r>
            <a:endParaRPr sz="18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6379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36A87B-A23B-B749-D13C-387B9862A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C4B9A5B-E882-F869-70F2-866A09C1F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10" name="Google Shape;92;p2">
            <a:extLst>
              <a:ext uri="{FF2B5EF4-FFF2-40B4-BE49-F238E27FC236}">
                <a16:creationId xmlns:a16="http://schemas.microsoft.com/office/drawing/2014/main" id="{DEA82931-4E06-53D0-12F9-E5D74A43886B}"/>
              </a:ext>
            </a:extLst>
          </p:cNvPr>
          <p:cNvSpPr txBox="1"/>
          <p:nvPr/>
        </p:nvSpPr>
        <p:spPr>
          <a:xfrm>
            <a:off x="9113520" y="1810385"/>
            <a:ext cx="2240400" cy="6462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Elemento para inserir a senha</a:t>
            </a:r>
            <a:endParaRPr sz="18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9136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CD69D-8CC2-4CAA-9F02-4A6F948AD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071C79F-F40B-0E85-F77C-7B5E4E484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10" name="Google Shape;92;p2">
            <a:extLst>
              <a:ext uri="{FF2B5EF4-FFF2-40B4-BE49-F238E27FC236}">
                <a16:creationId xmlns:a16="http://schemas.microsoft.com/office/drawing/2014/main" id="{859FF43F-71B1-49D7-9451-E63DFC5C1319}"/>
              </a:ext>
            </a:extLst>
          </p:cNvPr>
          <p:cNvSpPr txBox="1"/>
          <p:nvPr/>
        </p:nvSpPr>
        <p:spPr>
          <a:xfrm>
            <a:off x="9418320" y="286385"/>
            <a:ext cx="2240400" cy="203128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colocar os botões que </a:t>
            </a:r>
            <a:r>
              <a:rPr lang="pt-BR" sz="1800" b="0" i="0" u="none" strike="noStrike" cap="none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vao</a:t>
            </a: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ficar um ao lado do outro inserimos um outro </a:t>
            </a:r>
            <a:r>
              <a:rPr lang="pt-BR" sz="1800" b="0" i="0" u="none" strike="noStrike" cap="none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linearlayout</a:t>
            </a: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orientação horizontal.</a:t>
            </a:r>
            <a:endParaRPr sz="18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1914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350C3-223E-B0E0-B60D-49B13331C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67D1B5D-62D7-4C9F-7D59-FA84FF1DC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10" name="Google Shape;92;p2">
            <a:extLst>
              <a:ext uri="{FF2B5EF4-FFF2-40B4-BE49-F238E27FC236}">
                <a16:creationId xmlns:a16="http://schemas.microsoft.com/office/drawing/2014/main" id="{FCFC5A2A-2242-2C28-B240-F8C236270F74}"/>
              </a:ext>
            </a:extLst>
          </p:cNvPr>
          <p:cNvSpPr txBox="1"/>
          <p:nvPr/>
        </p:nvSpPr>
        <p:spPr>
          <a:xfrm>
            <a:off x="9113520" y="1810385"/>
            <a:ext cx="2240400" cy="147728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Dentro desse linear layout colocamos dois botões um para entrar outro para criar.</a:t>
            </a:r>
            <a:endParaRPr sz="18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2478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97FE8-88ED-3005-AABC-777E3869A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E05F023-60AD-3814-6986-73FF69877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10" name="Google Shape;92;p2">
            <a:extLst>
              <a:ext uri="{FF2B5EF4-FFF2-40B4-BE49-F238E27FC236}">
                <a16:creationId xmlns:a16="http://schemas.microsoft.com/office/drawing/2014/main" id="{C723022E-D8A4-8E65-C19D-0158493CB9EF}"/>
              </a:ext>
            </a:extLst>
          </p:cNvPr>
          <p:cNvSpPr txBox="1"/>
          <p:nvPr/>
        </p:nvSpPr>
        <p:spPr>
          <a:xfrm>
            <a:off x="9677400" y="164465"/>
            <a:ext cx="2240400" cy="175428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Fora desse </a:t>
            </a:r>
            <a:r>
              <a:rPr lang="pt-BR" sz="1800" b="0" i="0" u="none" strike="noStrike" cap="none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linearLayout</a:t>
            </a: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colocamos um botão para limpar os dados e ele vai ficar abaixo</a:t>
            </a:r>
            <a:endParaRPr sz="18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64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9C887-2DDB-88C6-5194-32261C9A9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B32D64E-858B-72F1-8BA8-616101A4A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10" name="Google Shape;92;p2">
            <a:extLst>
              <a:ext uri="{FF2B5EF4-FFF2-40B4-BE49-F238E27FC236}">
                <a16:creationId xmlns:a16="http://schemas.microsoft.com/office/drawing/2014/main" id="{A10E6AF2-112E-980A-EDA7-A01501A3A52F}"/>
              </a:ext>
            </a:extLst>
          </p:cNvPr>
          <p:cNvSpPr txBox="1"/>
          <p:nvPr/>
        </p:nvSpPr>
        <p:spPr>
          <a:xfrm>
            <a:off x="9189720" y="393065"/>
            <a:ext cx="2240400" cy="64629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Terminamos com um </a:t>
            </a:r>
            <a:r>
              <a:rPr lang="pt-BR" sz="1800" b="0" i="0" u="none" strike="noStrike" cap="none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checkBox</a:t>
            </a: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57204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EAC49-F283-58EA-D874-F47A594A9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92;p2">
            <a:extLst>
              <a:ext uri="{FF2B5EF4-FFF2-40B4-BE49-F238E27FC236}">
                <a16:creationId xmlns:a16="http://schemas.microsoft.com/office/drawing/2014/main" id="{6AC80703-A602-5FB0-FF95-96C4608CAB68}"/>
              </a:ext>
            </a:extLst>
          </p:cNvPr>
          <p:cNvSpPr txBox="1"/>
          <p:nvPr/>
        </p:nvSpPr>
        <p:spPr>
          <a:xfrm>
            <a:off x="1043940" y="1720860"/>
            <a:ext cx="10104120" cy="341627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primeira parte para criar um app eh desenhar a tela. Isso que acabamos de fazer.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Cada elemento que colocamos no layout tem que ter uma identificação, um id. Esse é o segundo passo. Os ids servem para a gente saber no código qual é o elemento que esta ligado a ele no layout.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No próximo passo temos que ligar o layout com o código na classe.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err="1">
                <a:solidFill>
                  <a:schemeClr val="dk1"/>
                </a:solidFill>
              </a:rPr>
              <a:t>Entao</a:t>
            </a:r>
            <a:r>
              <a:rPr lang="pt-BR" sz="1800">
                <a:solidFill>
                  <a:schemeClr val="dk1"/>
                </a:solidFill>
              </a:rPr>
              <a:t> criamos as classes dos elementos na classe, </a:t>
            </a:r>
            <a:r>
              <a:rPr lang="pt-BR" sz="18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 mesmo tipo que os elementos no layout</a:t>
            </a:r>
            <a:r>
              <a:rPr lang="pt-BR" sz="1800">
                <a:solidFill>
                  <a:schemeClr val="dk1"/>
                </a:solidFill>
              </a:rPr>
              <a:t>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err="1">
                <a:solidFill>
                  <a:schemeClr val="dk1"/>
                </a:solidFill>
              </a:rPr>
              <a:t>Entao</a:t>
            </a:r>
            <a:r>
              <a:rPr lang="pt-BR" sz="1800">
                <a:solidFill>
                  <a:schemeClr val="dk1"/>
                </a:solidFill>
              </a:rPr>
              <a:t> como temos no layout três </a:t>
            </a:r>
            <a:r>
              <a:rPr lang="pt-BR" sz="1800" err="1">
                <a:solidFill>
                  <a:schemeClr val="dk1"/>
                </a:solidFill>
              </a:rPr>
              <a:t>EditText</a:t>
            </a:r>
            <a:r>
              <a:rPr lang="pt-BR" sz="1800">
                <a:solidFill>
                  <a:schemeClr val="dk1"/>
                </a:solidFill>
              </a:rPr>
              <a:t>, três </a:t>
            </a:r>
            <a:r>
              <a:rPr lang="pt-BR" sz="1800" err="1">
                <a:solidFill>
                  <a:schemeClr val="dk1"/>
                </a:solidFill>
              </a:rPr>
              <a:t>Buttons</a:t>
            </a:r>
            <a:r>
              <a:rPr lang="pt-BR" sz="1800">
                <a:solidFill>
                  <a:schemeClr val="dk1"/>
                </a:solidFill>
              </a:rPr>
              <a:t> e um </a:t>
            </a:r>
            <a:r>
              <a:rPr lang="pt-BR" sz="1800" err="1">
                <a:solidFill>
                  <a:schemeClr val="dk1"/>
                </a:solidFill>
              </a:rPr>
              <a:t>CheckBox</a:t>
            </a:r>
            <a:r>
              <a:rPr lang="pt-BR" sz="1800">
                <a:solidFill>
                  <a:schemeClr val="dk1"/>
                </a:solidFill>
              </a:rPr>
              <a:t>, temos que declarar esses elemento </a:t>
            </a:r>
            <a:r>
              <a:rPr lang="pt-BR" sz="1800" err="1">
                <a:solidFill>
                  <a:schemeClr val="dk1"/>
                </a:solidFill>
              </a:rPr>
              <a:t>la</a:t>
            </a:r>
            <a:r>
              <a:rPr lang="pt-BR" sz="1800">
                <a:solidFill>
                  <a:schemeClr val="dk1"/>
                </a:solidFill>
              </a:rPr>
              <a:t> na classe.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Depois criamos o evento de click dos botões, para que quando clicar em um botão o aplicativo capture esse clique.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E finalmente desenvolvemos a logica do aplicativo, o que queremos que </a:t>
            </a:r>
            <a:r>
              <a:rPr lang="pt-BR" sz="1800" err="1">
                <a:solidFill>
                  <a:schemeClr val="dk1"/>
                </a:solidFill>
              </a:rPr>
              <a:t>aconteca</a:t>
            </a:r>
            <a:r>
              <a:rPr lang="pt-BR" sz="1800">
                <a:solidFill>
                  <a:schemeClr val="dk1"/>
                </a:solidFill>
              </a:rPr>
              <a:t> quando clicamos nos botões.</a:t>
            </a:r>
          </a:p>
        </p:txBody>
      </p:sp>
    </p:spTree>
    <p:extLst>
      <p:ext uri="{BB962C8B-B14F-4D97-AF65-F5344CB8AC3E}">
        <p14:creationId xmlns:p14="http://schemas.microsoft.com/office/powerpoint/2010/main" val="68424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>
          <a:extLst>
            <a:ext uri="{FF2B5EF4-FFF2-40B4-BE49-F238E27FC236}">
              <a16:creationId xmlns:a16="http://schemas.microsoft.com/office/drawing/2014/main" id="{04DCD541-1888-9EB8-DD0D-4DBC7E785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>
            <a:extLst>
              <a:ext uri="{FF2B5EF4-FFF2-40B4-BE49-F238E27FC236}">
                <a16:creationId xmlns:a16="http://schemas.microsoft.com/office/drawing/2014/main" id="{F50BF21A-86D0-2BBB-B766-8F8E0E60BE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92" name="Google Shape;92;p2">
            <a:extLst>
              <a:ext uri="{FF2B5EF4-FFF2-40B4-BE49-F238E27FC236}">
                <a16:creationId xmlns:a16="http://schemas.microsoft.com/office/drawing/2014/main" id="{92B7649B-46DE-AB83-9837-1EDFF6253597}"/>
              </a:ext>
            </a:extLst>
          </p:cNvPr>
          <p:cNvSpPr txBox="1"/>
          <p:nvPr/>
        </p:nvSpPr>
        <p:spPr>
          <a:xfrm>
            <a:off x="9113520" y="1810385"/>
            <a:ext cx="2240400" cy="175428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Como temos que pegar os dados do usuário, podemos criar uma classe usuário com esses atributos.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EF1AF7A-C54C-4F45-E02D-72FC183A6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80" y="1253331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782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4505262422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g34505262422_0_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475D1269-8C43-B26B-45A6-D5C99A7E9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12" name="Google Shape;92;p2">
            <a:extLst>
              <a:ext uri="{FF2B5EF4-FFF2-40B4-BE49-F238E27FC236}">
                <a16:creationId xmlns:a16="http://schemas.microsoft.com/office/drawing/2014/main" id="{426F92C5-8D26-2CAA-0FE3-43D7DFDC4FB8}"/>
              </a:ext>
            </a:extLst>
          </p:cNvPr>
          <p:cNvSpPr txBox="1"/>
          <p:nvPr/>
        </p:nvSpPr>
        <p:spPr>
          <a:xfrm>
            <a:off x="9113520" y="1810385"/>
            <a:ext cx="2240400" cy="203128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Para criar a classe </a:t>
            </a:r>
            <a:r>
              <a:rPr lang="pt-BR" sz="1800" err="1">
                <a:solidFill>
                  <a:schemeClr val="dk1"/>
                </a:solidFill>
              </a:rPr>
              <a:t>Usuario</a:t>
            </a:r>
            <a:r>
              <a:rPr lang="pt-BR" sz="1800">
                <a:solidFill>
                  <a:schemeClr val="dk1"/>
                </a:solidFill>
              </a:rPr>
              <a:t> clicar com o botão direito sobre o pacote principal, new </a:t>
            </a:r>
            <a:r>
              <a:rPr lang="pt-BR" sz="1800" err="1">
                <a:solidFill>
                  <a:schemeClr val="dk1"/>
                </a:solidFill>
              </a:rPr>
              <a:t>java</a:t>
            </a:r>
            <a:r>
              <a:rPr lang="pt-BR" sz="1800">
                <a:solidFill>
                  <a:schemeClr val="dk1"/>
                </a:solidFill>
              </a:rPr>
              <a:t> </a:t>
            </a:r>
            <a:r>
              <a:rPr lang="pt-BR" sz="1800" err="1">
                <a:solidFill>
                  <a:schemeClr val="dk1"/>
                </a:solidFill>
              </a:rPr>
              <a:t>class</a:t>
            </a:r>
            <a:r>
              <a:rPr lang="pt-BR" sz="1800">
                <a:solidFill>
                  <a:schemeClr val="dk1"/>
                </a:solidFill>
              </a:rPr>
              <a:t> e colocar  o nome </a:t>
            </a:r>
            <a:r>
              <a:rPr lang="pt-BR" sz="1800" err="1">
                <a:solidFill>
                  <a:schemeClr val="dk1"/>
                </a:solidFill>
              </a:rPr>
              <a:t>Usuario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9FA767E7-1943-5C63-803F-5568EE850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1B325A7-32E7-62D2-9916-77C228666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12" name="Google Shape;92;p2">
            <a:extLst>
              <a:ext uri="{FF2B5EF4-FFF2-40B4-BE49-F238E27FC236}">
                <a16:creationId xmlns:a16="http://schemas.microsoft.com/office/drawing/2014/main" id="{00DF7CAE-7EE9-4E8D-AFF4-4AD4779BE54A}"/>
              </a:ext>
            </a:extLst>
          </p:cNvPr>
          <p:cNvSpPr txBox="1"/>
          <p:nvPr/>
        </p:nvSpPr>
        <p:spPr>
          <a:xfrm>
            <a:off x="9113520" y="1810385"/>
            <a:ext cx="2240400" cy="120028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Declaramos as variáveis dos atributos como </a:t>
            </a:r>
            <a:r>
              <a:rPr lang="pt-BR" sz="1800" err="1">
                <a:solidFill>
                  <a:schemeClr val="dk1"/>
                </a:solidFill>
              </a:rPr>
              <a:t>private</a:t>
            </a:r>
            <a:r>
              <a:rPr lang="pt-BR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67944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826E1B7-0A28-4267-2B68-28224C45C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6" name="Google Shape;92;p2">
            <a:extLst>
              <a:ext uri="{FF2B5EF4-FFF2-40B4-BE49-F238E27FC236}">
                <a16:creationId xmlns:a16="http://schemas.microsoft.com/office/drawing/2014/main" id="{EA74D88E-65BC-F45E-DA17-F5EC6F7991AA}"/>
              </a:ext>
            </a:extLst>
          </p:cNvPr>
          <p:cNvSpPr txBox="1"/>
          <p:nvPr/>
        </p:nvSpPr>
        <p:spPr>
          <a:xfrm>
            <a:off x="9113520" y="1810385"/>
            <a:ext cx="2240400" cy="258528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Para acessar as variáveis </a:t>
            </a:r>
            <a:r>
              <a:rPr lang="pt-BR" sz="1800" err="1">
                <a:solidFill>
                  <a:schemeClr val="dk1"/>
                </a:solidFill>
              </a:rPr>
              <a:t>private</a:t>
            </a:r>
            <a:r>
              <a:rPr lang="pt-BR" sz="1800">
                <a:solidFill>
                  <a:schemeClr val="dk1"/>
                </a:solidFill>
              </a:rPr>
              <a:t> temos que criar os </a:t>
            </a:r>
            <a:r>
              <a:rPr lang="pt-BR" sz="1800" err="1">
                <a:solidFill>
                  <a:schemeClr val="dk1"/>
                </a:solidFill>
              </a:rPr>
              <a:t>getters</a:t>
            </a:r>
            <a:r>
              <a:rPr lang="pt-BR" sz="1800">
                <a:solidFill>
                  <a:schemeClr val="dk1"/>
                </a:solidFill>
              </a:rPr>
              <a:t> e </a:t>
            </a:r>
            <a:r>
              <a:rPr lang="pt-BR" sz="1800" err="1">
                <a:solidFill>
                  <a:schemeClr val="dk1"/>
                </a:solidFill>
              </a:rPr>
              <a:t>setters</a:t>
            </a:r>
            <a:r>
              <a:rPr lang="pt-BR" sz="1800">
                <a:solidFill>
                  <a:schemeClr val="dk1"/>
                </a:solidFill>
              </a:rPr>
              <a:t>, para isso clicamos com o botão direito no código e escolhemos </a:t>
            </a:r>
            <a:r>
              <a:rPr lang="pt-BR" sz="1800" err="1">
                <a:solidFill>
                  <a:schemeClr val="dk1"/>
                </a:solidFill>
              </a:rPr>
              <a:t>generate</a:t>
            </a:r>
            <a:endParaRPr sz="18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25376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A038B-7261-55C6-A75B-3085680D8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BDA65A2-29E8-0BF5-33C9-3A6295C7A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6" name="Google Shape;92;p2">
            <a:extLst>
              <a:ext uri="{FF2B5EF4-FFF2-40B4-BE49-F238E27FC236}">
                <a16:creationId xmlns:a16="http://schemas.microsoft.com/office/drawing/2014/main" id="{7E775833-E230-BAD5-8563-5D817014935B}"/>
              </a:ext>
            </a:extLst>
          </p:cNvPr>
          <p:cNvSpPr txBox="1"/>
          <p:nvPr/>
        </p:nvSpPr>
        <p:spPr>
          <a:xfrm>
            <a:off x="9113520" y="1810385"/>
            <a:ext cx="2240400" cy="147728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Escolhemos </a:t>
            </a:r>
            <a:r>
              <a:rPr lang="pt-BR" sz="1800" err="1">
                <a:solidFill>
                  <a:schemeClr val="dk1"/>
                </a:solidFill>
              </a:rPr>
              <a:t>getter</a:t>
            </a:r>
            <a:r>
              <a:rPr lang="pt-BR" sz="1800">
                <a:solidFill>
                  <a:schemeClr val="dk1"/>
                </a:solidFill>
              </a:rPr>
              <a:t> </a:t>
            </a:r>
            <a:r>
              <a:rPr lang="pt-BR" sz="1800" err="1">
                <a:solidFill>
                  <a:schemeClr val="dk1"/>
                </a:solidFill>
              </a:rPr>
              <a:t>and</a:t>
            </a:r>
            <a:r>
              <a:rPr lang="pt-BR" sz="1800">
                <a:solidFill>
                  <a:schemeClr val="dk1"/>
                </a:solidFill>
              </a:rPr>
              <a:t> </a:t>
            </a:r>
            <a:r>
              <a:rPr lang="pt-BR" sz="1800" err="1">
                <a:solidFill>
                  <a:schemeClr val="dk1"/>
                </a:solidFill>
              </a:rPr>
              <a:t>setter</a:t>
            </a:r>
            <a:r>
              <a:rPr lang="pt-BR" sz="1800">
                <a:solidFill>
                  <a:schemeClr val="dk1"/>
                </a:solidFill>
              </a:rPr>
              <a:t> e </a:t>
            </a:r>
            <a:r>
              <a:rPr lang="pt-BR" sz="1800" err="1">
                <a:solidFill>
                  <a:schemeClr val="dk1"/>
                </a:solidFill>
              </a:rPr>
              <a:t>selecionoamos</a:t>
            </a:r>
            <a:r>
              <a:rPr lang="pt-BR" sz="1800">
                <a:solidFill>
                  <a:schemeClr val="dk1"/>
                </a:solidFill>
              </a:rPr>
              <a:t> todos os atributos e </a:t>
            </a:r>
            <a:r>
              <a:rPr lang="pt-BR" sz="1800" err="1">
                <a:solidFill>
                  <a:schemeClr val="dk1"/>
                </a:solidFill>
              </a:rPr>
              <a:t>clicaos</a:t>
            </a:r>
            <a:r>
              <a:rPr lang="pt-BR" sz="1800">
                <a:solidFill>
                  <a:schemeClr val="dk1"/>
                </a:solidFill>
              </a:rPr>
              <a:t> em ok</a:t>
            </a:r>
            <a:endParaRPr sz="180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57466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05" name="Google Shape;105;p3"/>
          <p:cNvSpPr txBox="1"/>
          <p:nvPr/>
        </p:nvSpPr>
        <p:spPr>
          <a:xfrm>
            <a:off x="9113520" y="1810385"/>
            <a:ext cx="2240400" cy="2586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Vamos criar o vinculo do layout com a classe</a:t>
            </a:r>
            <a:r>
              <a:rPr lang="pt-BR" sz="1800">
                <a:solidFill>
                  <a:schemeClr val="dk1"/>
                </a:solidFill>
              </a:rPr>
              <a:t>. Para isso abrimos o arquivo </a:t>
            </a:r>
            <a:r>
              <a:rPr lang="pt-BR" sz="1800" err="1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gradle.app</a:t>
            </a:r>
            <a:r>
              <a:rPr lang="pt-BR" sz="1800">
                <a:solidFill>
                  <a:schemeClr val="dk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sz="1800">
                <a:solidFill>
                  <a:schemeClr val="dk1"/>
                </a:solidFill>
              </a:rPr>
              <a:t>e dentro da </a:t>
            </a:r>
            <a:r>
              <a:rPr lang="pt-BR" sz="1800" err="1">
                <a:solidFill>
                  <a:schemeClr val="dk1"/>
                </a:solidFill>
              </a:rPr>
              <a:t>tag</a:t>
            </a:r>
            <a:r>
              <a:rPr lang="pt-BR" sz="1800">
                <a:solidFill>
                  <a:schemeClr val="dk1"/>
                </a:solidFill>
              </a:rPr>
              <a:t> </a:t>
            </a:r>
            <a:r>
              <a:rPr lang="pt-BR" sz="1800" err="1">
                <a:solidFill>
                  <a:schemeClr val="dk1"/>
                </a:solidFill>
              </a:rPr>
              <a:t>android</a:t>
            </a:r>
            <a:r>
              <a:rPr lang="pt-BR" sz="1800">
                <a:solidFill>
                  <a:schemeClr val="dk1"/>
                </a:solidFill>
              </a:rPr>
              <a:t> colocamos os comandos do </a:t>
            </a:r>
            <a:r>
              <a:rPr lang="pt-BR" sz="1800" err="1">
                <a:solidFill>
                  <a:schemeClr val="dk1"/>
                </a:solidFill>
              </a:rPr>
              <a:t>buildFeatures</a:t>
            </a:r>
            <a:r>
              <a:rPr lang="pt-BR" sz="1800">
                <a:solidFill>
                  <a:schemeClr val="dk1"/>
                </a:solidFill>
              </a:rPr>
              <a:t>.</a:t>
            </a:r>
            <a:endParaRPr/>
          </a:p>
        </p:txBody>
      </p:sp>
      <p:pic>
        <p:nvPicPr>
          <p:cNvPr id="106" name="Google Shape;106;p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12" name="Google Shape;112;p4"/>
          <p:cNvSpPr txBox="1"/>
          <p:nvPr/>
        </p:nvSpPr>
        <p:spPr>
          <a:xfrm>
            <a:off x="9113525" y="1810371"/>
            <a:ext cx="2240400" cy="20319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MainActivity, vamos declarar um botão e os EditText 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Vou aproveitar e declarar também um usuario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3" name="Google Shape;113;p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19" name="Google Shape;119;p5"/>
          <p:cNvSpPr txBox="1"/>
          <p:nvPr/>
        </p:nvSpPr>
        <p:spPr>
          <a:xfrm>
            <a:off x="9113520" y="1810385"/>
            <a:ext cx="2240280" cy="286232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Vamos usar o método findViewById para ligar o layout ao código, instanciar um usuário e  pegar os dados do formulário e salvar no objeto usuário.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26" name="Google Shape;126;p6"/>
          <p:cNvSpPr txBox="1"/>
          <p:nvPr/>
        </p:nvSpPr>
        <p:spPr>
          <a:xfrm>
            <a:off x="9113520" y="1810385"/>
            <a:ext cx="2240280" cy="31393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Pra testar, vamos criar um toast com os dados aqui, depois limpar os campos.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Ate aqui a gente já sabe. Vamos agora salvar esses dados em um arquivo temporário SharedPreferences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33" name="Google Shape;133;p7"/>
          <p:cNvSpPr txBox="1"/>
          <p:nvPr/>
        </p:nvSpPr>
        <p:spPr>
          <a:xfrm>
            <a:off x="9113520" y="1810385"/>
            <a:ext cx="2240280" cy="258532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isso, a primeira coisa que vou fazer aqui em cima é declarar um SharedPreferences.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 é responsável por criar um arquivo dentro da pasta do sistema.</a:t>
            </a:r>
            <a:endParaRPr/>
          </a:p>
        </p:txBody>
      </p:sp>
      <p:pic>
        <p:nvPicPr>
          <p:cNvPr id="134" name="Google Shape;134;p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40" name="Google Shape;140;p8"/>
          <p:cNvSpPr txBox="1"/>
          <p:nvPr/>
        </p:nvSpPr>
        <p:spPr>
          <a:xfrm>
            <a:off x="9113520" y="1810385"/>
            <a:ext cx="2240280" cy="286232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pasta do sistema é onde o aplicativo sera armazenado. Para saber onde esta essa pasta, vamos em gradle, e pegamos o applicationId; La ele mostra o local do aplicativo.</a:t>
            </a:r>
            <a:endParaRPr/>
          </a:p>
        </p:txBody>
      </p:sp>
      <p:pic>
        <p:nvPicPr>
          <p:cNvPr id="141" name="Google Shape;141;p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00" cy="435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47" name="Google Shape;147;p9"/>
          <p:cNvSpPr txBox="1"/>
          <p:nvPr/>
        </p:nvSpPr>
        <p:spPr>
          <a:xfrm>
            <a:off x="9113520" y="1810385"/>
            <a:ext cx="2240280" cy="147732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não aparecer o icone do device explorer, va para view, tools Windows e device explorer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54" name="Google Shape;154;p10"/>
          <p:cNvSpPr txBox="1"/>
          <p:nvPr/>
        </p:nvSpPr>
        <p:spPr>
          <a:xfrm>
            <a:off x="9113520" y="1810385"/>
            <a:ext cx="2240280" cy="20313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Dentro do device, abrimos a pasta data, depois data denovo e navegamos ate aquela pasta que vimos no gradle.</a:t>
            </a:r>
            <a:endParaRPr/>
          </a:p>
        </p:txBody>
      </p:sp>
      <p:pic>
        <p:nvPicPr>
          <p:cNvPr id="155" name="Google Shape;155;p1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61" name="Google Shape;161;p11"/>
          <p:cNvSpPr txBox="1"/>
          <p:nvPr/>
        </p:nvSpPr>
        <p:spPr>
          <a:xfrm>
            <a:off x="9113520" y="1810385"/>
            <a:ext cx="2240280" cy="203132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gente vai precisar nomear o arquivo então vamos criar aqui uma variável constante do tipo static para colocar o nome dentro dela.</a:t>
            </a:r>
            <a:endParaRPr/>
          </a:p>
        </p:txBody>
      </p:sp>
      <p:pic>
        <p:nvPicPr>
          <p:cNvPr id="162" name="Google Shape;162;p1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68" name="Google Shape;168;p12"/>
          <p:cNvSpPr txBox="1"/>
          <p:nvPr/>
        </p:nvSpPr>
        <p:spPr>
          <a:xfrm>
            <a:off x="9113520" y="1810385"/>
            <a:ext cx="2240280" cy="397031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 vamos usar o método getSharedPreferences passando o nome e o modo. Mode 0 significa que so você que esta logado tem acesso aos dados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 criamos um Editor que eu chamei de dadosLogin. Sera nele que iremos colocar os dados.</a:t>
            </a:r>
            <a:endParaRPr/>
          </a:p>
        </p:txBody>
      </p:sp>
      <p:pic>
        <p:nvPicPr>
          <p:cNvPr id="169" name="Google Shape;169;p1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75" name="Google Shape;175;p13"/>
          <p:cNvSpPr txBox="1"/>
          <p:nvPr/>
        </p:nvSpPr>
        <p:spPr>
          <a:xfrm>
            <a:off x="9113520" y="1810385"/>
            <a:ext cx="2240280" cy="175432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Finalmente salvamos os dados dentro do objeto dadosLogin, colocando uma chave e um valor.</a:t>
            </a:r>
            <a:endParaRPr/>
          </a:p>
        </p:txBody>
      </p:sp>
      <p:pic>
        <p:nvPicPr>
          <p:cNvPr id="176" name="Google Shape;176;p1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82" name="Google Shape;182;p14"/>
          <p:cNvSpPr txBox="1"/>
          <p:nvPr/>
        </p:nvSpPr>
        <p:spPr>
          <a:xfrm>
            <a:off x="9113520" y="1810385"/>
            <a:ext cx="2240280" cy="92333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 isso já temos os dados cadastrados.</a:t>
            </a:r>
            <a:endParaRPr/>
          </a:p>
        </p:txBody>
      </p:sp>
      <p:pic>
        <p:nvPicPr>
          <p:cNvPr id="183" name="Google Shape;183;p1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89" name="Google Shape;189;p15"/>
          <p:cNvSpPr txBox="1"/>
          <p:nvPr/>
        </p:nvSpPr>
        <p:spPr>
          <a:xfrm>
            <a:off x="9113520" y="1810385"/>
            <a:ext cx="2240280" cy="175432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Otimizar o app: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Criei um método initComponents para inicializar e no onCreate eu apenas chamo ele</a:t>
            </a:r>
            <a:endParaRPr/>
          </a:p>
        </p:txBody>
      </p:sp>
      <p:pic>
        <p:nvPicPr>
          <p:cNvPr id="190" name="Google Shape;190;p1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9113520" y="1810385"/>
            <a:ext cx="2240280" cy="120032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Tornar o dadosLogin publico, então eu vou declarar ele la em cima</a:t>
            </a:r>
            <a:endParaRPr/>
          </a:p>
        </p:txBody>
      </p:sp>
      <p:pic>
        <p:nvPicPr>
          <p:cNvPr id="197" name="Google Shape;197;p1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03" name="Google Shape;203;p17"/>
          <p:cNvSpPr txBox="1"/>
          <p:nvPr/>
        </p:nvSpPr>
        <p:spPr>
          <a:xfrm>
            <a:off x="9113520" y="1810385"/>
            <a:ext cx="2240280" cy="175432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eu já declarei ele la em cima, agora basta usar aqui chamando o método edit do preferences.</a:t>
            </a:r>
            <a:endParaRPr/>
          </a:p>
        </p:txBody>
      </p:sp>
      <p:pic>
        <p:nvPicPr>
          <p:cNvPr id="204" name="Google Shape;204;p1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10" name="Google Shape;210;p18"/>
          <p:cNvSpPr txBox="1"/>
          <p:nvPr/>
        </p:nvSpPr>
        <p:spPr>
          <a:xfrm>
            <a:off x="9113520" y="1810385"/>
            <a:ext cx="2240280" cy="397031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Um detalhe importante, eh que esse método para gravar os dados, esta dentro do botão criar, e ainda assim antes eu checo pra ver se o checkbox para lembrar credenciais esta ligado. Se estiver clicado, a gente vai persistir os dados no sharedpreferences,</a:t>
            </a:r>
            <a:endParaRPr/>
          </a:p>
        </p:txBody>
      </p:sp>
      <p:pic>
        <p:nvPicPr>
          <p:cNvPr id="211" name="Google Shape;211;p1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9113520" y="1810385"/>
            <a:ext cx="2240280" cy="34163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Agora, vamos fazer o seguinte: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o usuário clicar no botão criar, a gente vai checar se ele clicou em Lembrar minhas Credenciais.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ele clicou, a gente vai salvar os dados do usuário no SharedPreferences.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1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26"/>
            <a:ext cx="7739400" cy="435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24" name="Google Shape;224;p20"/>
          <p:cNvSpPr txBox="1"/>
          <p:nvPr/>
        </p:nvSpPr>
        <p:spPr>
          <a:xfrm>
            <a:off x="9113520" y="1810385"/>
            <a:ext cx="2240280" cy="31393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Temos também que criar um método para checar se tem algum dado gravado la no SharedPreferences.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tiver é porque em algum momento o usuario clicou pra guardar as credenciais.</a:t>
            </a:r>
            <a:endParaRPr/>
          </a:p>
        </p:txBody>
      </p:sp>
      <p:pic>
        <p:nvPicPr>
          <p:cNvPr id="225" name="Google Shape;225;p2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9113520" y="1810385"/>
            <a:ext cx="2240280" cy="286232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Esse método are o arquivo preferencias, e pega o que tiver dentro dele. Se tiver algo gravado, ele vai retornar verdadeiro e ai vai mudar de tela sem passar pelo login.</a:t>
            </a:r>
            <a:endParaRPr/>
          </a:p>
        </p:txBody>
      </p:sp>
      <p:pic>
        <p:nvPicPr>
          <p:cNvPr id="232" name="Google Shape;232;p2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9113520" y="1810385"/>
            <a:ext cx="2240280" cy="31393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o usuario clicar no botão limpar, além de limpar o formulário, vai limpar o arquivo de preferences, então no próximo login o usuario terá que gravar novamente os dados.</a:t>
            </a:r>
            <a:endParaRPr/>
          </a:p>
        </p:txBody>
      </p:sp>
      <p:pic>
        <p:nvPicPr>
          <p:cNvPr id="239" name="Google Shape;239;p2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38200" y="1253331"/>
            <a:ext cx="7739489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2415540" y="2136338"/>
            <a:ext cx="7360920" cy="258532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Desafio: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vimos a gente pode criar um sistema de login com login automático.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Mas nada impede de o usuario clicar em criar e não digitar nenhum dado.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Entao temos que criar um método que valide se o usuario digitou todos os dados antes de clicar no botão.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Esse é o desafio, criar um método de validação de dados que impeca o usuario de clicar no botão sem ter digitado todos os dados 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51" name="Google Shape;251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931164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252" name="Google Shape;252;p24"/>
          <p:cNvSpPr/>
          <p:nvPr/>
        </p:nvSpPr>
        <p:spPr>
          <a:xfrm>
            <a:off x="4206240" y="2560320"/>
            <a:ext cx="3779520" cy="173736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Professores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Fabio Claret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Cleiton Silva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58" name="Google Shape;258;p25"/>
          <p:cNvSpPr txBox="1"/>
          <p:nvPr/>
        </p:nvSpPr>
        <p:spPr>
          <a:xfrm>
            <a:off x="9113520" y="1810385"/>
            <a:ext cx="224028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65" name="Google Shape;265;p26"/>
          <p:cNvSpPr txBox="1"/>
          <p:nvPr/>
        </p:nvSpPr>
        <p:spPr>
          <a:xfrm>
            <a:off x="9113520" y="1810385"/>
            <a:ext cx="224028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72" name="Google Shape;272;p27"/>
          <p:cNvSpPr txBox="1"/>
          <p:nvPr/>
        </p:nvSpPr>
        <p:spPr>
          <a:xfrm>
            <a:off x="9113520" y="1810385"/>
            <a:ext cx="224028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79" name="Google Shape;279;p28"/>
          <p:cNvSpPr txBox="1"/>
          <p:nvPr/>
        </p:nvSpPr>
        <p:spPr>
          <a:xfrm>
            <a:off x="9113520" y="1810385"/>
            <a:ext cx="224028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86" name="Google Shape;286;p29"/>
          <p:cNvSpPr txBox="1"/>
          <p:nvPr/>
        </p:nvSpPr>
        <p:spPr>
          <a:xfrm>
            <a:off x="9113520" y="1810385"/>
            <a:ext cx="224028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9113520" y="1810385"/>
            <a:ext cx="224028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00" name="Google Shape;300;p31"/>
          <p:cNvSpPr txBox="1"/>
          <p:nvPr/>
        </p:nvSpPr>
        <p:spPr>
          <a:xfrm>
            <a:off x="9113520" y="1810385"/>
            <a:ext cx="224028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3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07" name="Google Shape;307;p32"/>
          <p:cNvSpPr txBox="1"/>
          <p:nvPr/>
        </p:nvSpPr>
        <p:spPr>
          <a:xfrm>
            <a:off x="9113520" y="1810385"/>
            <a:ext cx="224028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14" name="Google Shape;314;p33"/>
          <p:cNvSpPr txBox="1"/>
          <p:nvPr/>
        </p:nvSpPr>
        <p:spPr>
          <a:xfrm>
            <a:off x="9113520" y="1810385"/>
            <a:ext cx="224028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21" name="Google Shape;321;p34"/>
          <p:cNvSpPr txBox="1"/>
          <p:nvPr/>
        </p:nvSpPr>
        <p:spPr>
          <a:xfrm>
            <a:off x="9113520" y="1810385"/>
            <a:ext cx="224028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28" name="Google Shape;328;p35"/>
          <p:cNvSpPr txBox="1"/>
          <p:nvPr/>
        </p:nvSpPr>
        <p:spPr>
          <a:xfrm>
            <a:off x="9113520" y="1810385"/>
            <a:ext cx="224028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35" name="Google Shape;335;p36"/>
          <p:cNvSpPr txBox="1"/>
          <p:nvPr/>
        </p:nvSpPr>
        <p:spPr>
          <a:xfrm>
            <a:off x="9113520" y="1810385"/>
            <a:ext cx="224028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endParaRPr/>
          </a:p>
        </p:txBody>
      </p:sp>
      <p:sp>
        <p:nvSpPr>
          <p:cNvPr id="342" name="Google Shape;342;p3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7D5A911E655E34CA211CDE88CC408C0" ma:contentTypeVersion="11" ma:contentTypeDescription="Crie um novo documento." ma:contentTypeScope="" ma:versionID="c4d2d8f35bd562dbd019a8f7e5d6d49e">
  <xsd:schema xmlns:xsd="http://www.w3.org/2001/XMLSchema" xmlns:xs="http://www.w3.org/2001/XMLSchema" xmlns:p="http://schemas.microsoft.com/office/2006/metadata/properties" xmlns:ns2="3631bb57-033e-4eb3-878b-dec66511362f" xmlns:ns3="84a3c582-7c03-4777-8207-6b1c8dcee97a" targetNamespace="http://schemas.microsoft.com/office/2006/metadata/properties" ma:root="true" ma:fieldsID="eedf1cf639413df328aad058a5cb044d" ns2:_="" ns3:_="">
    <xsd:import namespace="3631bb57-033e-4eb3-878b-dec66511362f"/>
    <xsd:import namespace="84a3c582-7c03-4777-8207-6b1c8dcee97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31bb57-033e-4eb3-878b-dec66511362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3714fbfa-5ced-4307-b76a-786f22ad6a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a3c582-7c03-4777-8207-6b1c8dcee97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6d83d7e-b111-4301-8d68-3d6398eb5513}" ma:internalName="TaxCatchAll" ma:showField="CatchAllData" ma:web="84a3c582-7c03-4777-8207-6b1c8dcee97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4a3c582-7c03-4777-8207-6b1c8dcee97a" xsi:nil="true"/>
    <lcf76f155ced4ddcb4097134ff3c332f xmlns="3631bb57-033e-4eb3-878b-dec66511362f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F1A0C7D-4EB1-40A3-B0A1-A4CB52169657}"/>
</file>

<file path=customXml/itemProps2.xml><?xml version="1.0" encoding="utf-8"?>
<ds:datastoreItem xmlns:ds="http://schemas.openxmlformats.org/officeDocument/2006/customXml" ds:itemID="{7B3A87E5-F7BC-40CB-BEB1-6EFC039144E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A6D617A-2428-4290-8642-718C381C264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52</Slides>
  <Notes>40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3" baseType="lpstr">
      <vt:lpstr>Tema do Office</vt:lpstr>
      <vt:lpstr>Login com SharedPreferences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Fabio Claret Trigo de Oliveira</dc:creator>
  <cp:revision>1</cp:revision>
  <dcterms:created xsi:type="dcterms:W3CDTF">2025-04-21T14:44:32Z</dcterms:created>
  <dcterms:modified xsi:type="dcterms:W3CDTF">2025-10-24T22:54:12Z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0x01010057D5A911E655E34CA211CDE88CC408C0</vt:lpwstr>
  </property>
</Properties>
</file>