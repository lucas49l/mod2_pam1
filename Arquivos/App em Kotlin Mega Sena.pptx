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1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316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9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1BD0F-D98C-7F57-7CE4-D1ECA8763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2DEE60-11BF-FF61-9255-60351598D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08C027-4608-9989-8EE4-FE5D85C2A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A168B-1C41-DD3C-13B4-627AEF8E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C13BBC-981A-0CDE-9A12-462B9700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56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35BB5-A178-94A2-5312-C039BBFA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0C12B4-308E-BB50-B026-FE931810F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644BC5-5446-4702-E1A2-1E7733C03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7C5A74-5B2C-7CA9-DAF9-74FFB06BD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187804-33C1-95A3-B867-72FF84BA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640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859BD-B6C8-D183-CEC5-6E0E81CC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1EB14F-1A90-B97D-3B99-33ED8973B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E1ADDE-A8A3-FF28-DFD1-38ECBD200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7CFE49-F2FB-BFC8-E438-CC75EBA6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ABB889-77C6-C0FA-6B90-379FDA8F3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413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0DB75-BA48-9E34-9BD8-F119E216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971E66-34C5-AC10-4841-9A168260EE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616206C-4FA2-C23C-E155-1FCCFACD0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E043B2-65ED-64BC-5763-4E8B00338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CFC575-C6C1-ABBD-E94C-348BF77C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59ED78-F682-3384-80B1-331D123ED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07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ADC71-9F7F-F3C0-A11D-A93D89E2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D4AC6E-36F5-4E45-75CD-60B464512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C9A8DB7-B265-D3F8-9CAB-F26751608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158038A-47DB-F5E5-1F72-932FEFC25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007527B-3C38-3D83-0513-9A07C5811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81CD677-3F9D-413C-EE7A-41316B7BC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8F7632-36AD-2812-6C37-E2EE3A7F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9A9A4BE-70D1-6201-6134-87517177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25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D2A6E-2AD1-2041-8A9C-6CD99A90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7323DA4-1A57-41EE-37DF-D9D2980A5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0852AD-BA10-3C21-362C-2ADEE12A7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83A44E5-CDD7-C02B-896F-E608C9F62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748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8D01DE5-4939-519E-615D-672B7334F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487F577-2282-F5CC-0DD5-C2639A475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64EFFF-5BBC-14E7-8CB6-D2C1F857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98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285483-5D14-7024-65E4-D9607F8E5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470989-E0C8-103D-53FE-A9FC84A1F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13A7B7-8913-1FD3-F835-BE0479F61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2FAF6C-5CD6-6845-5801-699D65C7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D92227-0819-A012-3F1E-D56EC76F9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9CF7F7-2AAB-9A57-BF7B-621B8F793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68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7640A-4B00-FC49-5358-ABAD4670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66CD851-4AA3-DECD-4745-70191DA345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DE32EF-C9FA-54E2-379E-40009BA66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189DCF-DDB6-E0A1-E727-5A0FAD02D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59BFEB-3B46-06B2-80CD-B37C307EF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71A151-3AB9-C1A5-4C99-D9567F972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8086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821F8-E06F-AA64-04FA-8C87C5D8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C62DF5-591D-DA55-C989-B3858E395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AD774B-C984-C554-2F6D-367554A08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1279F1-4BB1-C27C-0DE0-A34EB8E3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99066D-BE70-B3BA-31AC-32256849B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8077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99C9BA-CD51-D9DC-A52E-93A3B3E505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5A26DA-ADFC-F49D-1788-D66F44AF5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6AFC95-CFFF-9633-8871-C5F2687A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D166E8-6633-4D04-7215-D9B021D91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1E03ED-853B-D19D-1644-E6CF129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40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CA87688-DE2E-AF41-D1AC-7E5931EB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783A46-73B1-49F2-8646-F36A99308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F2E077-1EF2-766A-3EB1-E8F610730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3E548-E377-4068-80D7-9B9C1A2536A0}" type="datetimeFigureOut">
              <a:rPr lang="pt-BR" smtClean="0"/>
              <a:t>22/11/2024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93E63C-BB87-5F0D-C32D-D15BBA091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8FD561-546E-1604-4B4B-FFA0FA9BF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6BABC-0A4F-45F9-9C58-A99027E5B6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88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5E099-2B89-4B2F-D038-6BD76F2F5F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Criar um app em </a:t>
            </a:r>
            <a:r>
              <a:rPr lang="pt-BR" dirty="0" err="1"/>
              <a:t>Kotlin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2B0173-3C88-3BA7-4BC7-70DACF62D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pt-BR" dirty="0"/>
              <a:t>Objetivo: introdução a linguagem </a:t>
            </a:r>
            <a:r>
              <a:rPr lang="pt-BR" dirty="0" err="1"/>
              <a:t>Kotlin</a:t>
            </a:r>
            <a:endParaRPr lang="pt-BR" dirty="0"/>
          </a:p>
          <a:p>
            <a:r>
              <a:rPr lang="pt-BR" dirty="0" err="1"/>
              <a:t>Criacao</a:t>
            </a:r>
            <a:r>
              <a:rPr lang="pt-BR" dirty="0"/>
              <a:t> de um app operacional</a:t>
            </a:r>
          </a:p>
        </p:txBody>
      </p:sp>
    </p:spTree>
    <p:extLst>
      <p:ext uri="{BB962C8B-B14F-4D97-AF65-F5344CB8AC3E}">
        <p14:creationId xmlns:p14="http://schemas.microsoft.com/office/powerpoint/2010/main" val="44880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CC7445C0-5BA3-28AC-D8D2-BE3D0A8C7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902CF38-A8EA-7D84-19DC-DE3A0211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CA4C963-E5EC-F7F7-DF78-D5706118D64D}"/>
              </a:ext>
            </a:extLst>
          </p:cNvPr>
          <p:cNvSpPr txBox="1"/>
          <p:nvPr/>
        </p:nvSpPr>
        <p:spPr>
          <a:xfrm>
            <a:off x="8976360" y="2828835"/>
            <a:ext cx="2377440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Vamos começar criando uma aplicação escolhendo a linguagem </a:t>
            </a:r>
            <a:r>
              <a:rPr lang="pt-BR" dirty="0" err="1"/>
              <a:t>kotlin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9930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6ACED-C19A-8B9C-868B-0389F27C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D8B801B-B265-4D22-55B4-D9A877CD0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B9D3CCD-749F-0487-802F-00F98088B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0ABE448-3F1F-3735-C454-E41D8EE1A555}"/>
              </a:ext>
            </a:extLst>
          </p:cNvPr>
          <p:cNvSpPr txBox="1"/>
          <p:nvPr/>
        </p:nvSpPr>
        <p:spPr>
          <a:xfrm>
            <a:off x="8976360" y="1997839"/>
            <a:ext cx="2377440" cy="286232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Sera</a:t>
            </a:r>
            <a:r>
              <a:rPr lang="pt-BR" dirty="0"/>
              <a:t> criada essa estrutura:</a:t>
            </a:r>
          </a:p>
          <a:p>
            <a:r>
              <a:rPr lang="pt-BR" dirty="0"/>
              <a:t>O pacote principal com a classe </a:t>
            </a:r>
            <a:r>
              <a:rPr lang="pt-BR" dirty="0" err="1"/>
              <a:t>MainActivity</a:t>
            </a:r>
            <a:r>
              <a:rPr lang="pt-BR" dirty="0"/>
              <a:t>, a pasta res e dentro dela varias outras, uma delas a pasta layout onde fica a tela do app</a:t>
            </a:r>
          </a:p>
        </p:txBody>
      </p:sp>
    </p:spTree>
    <p:extLst>
      <p:ext uri="{BB962C8B-B14F-4D97-AF65-F5344CB8AC3E}">
        <p14:creationId xmlns:p14="http://schemas.microsoft.com/office/powerpoint/2010/main" val="359425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2B963-86C4-F6DB-2530-5845820A7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BB60811-3604-2D3D-025B-474DF5A2F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58E6E3B-FBB1-E482-16BD-2E724FD2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FCCD089-3AA2-8DCC-5D44-47DD24160BD3}"/>
              </a:ext>
            </a:extLst>
          </p:cNvPr>
          <p:cNvSpPr txBox="1"/>
          <p:nvPr/>
        </p:nvSpPr>
        <p:spPr>
          <a:xfrm>
            <a:off x="8976360" y="1582340"/>
            <a:ext cx="2377440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No </a:t>
            </a:r>
            <a:r>
              <a:rPr lang="pt-BR" dirty="0" err="1"/>
              <a:t>Kotlin</a:t>
            </a:r>
            <a:r>
              <a:rPr lang="pt-BR" dirty="0"/>
              <a:t>, para </a:t>
            </a:r>
            <a:r>
              <a:rPr lang="pt-BR" dirty="0" err="1"/>
              <a:t>extender</a:t>
            </a:r>
            <a:r>
              <a:rPr lang="pt-BR" dirty="0"/>
              <a:t> uma classe, não se usa a palavra </a:t>
            </a:r>
            <a:r>
              <a:rPr lang="pt-BR" dirty="0" err="1"/>
              <a:t>extends</a:t>
            </a:r>
            <a:r>
              <a:rPr lang="pt-BR" dirty="0"/>
              <a:t>, basta colocar dois pontos(:)</a:t>
            </a:r>
          </a:p>
          <a:p>
            <a:r>
              <a:rPr lang="pt-BR" dirty="0"/>
              <a:t>Aqui a </a:t>
            </a:r>
            <a:r>
              <a:rPr lang="pt-BR" dirty="0" err="1"/>
              <a:t>MainActivity</a:t>
            </a:r>
            <a:r>
              <a:rPr lang="pt-BR" dirty="0"/>
              <a:t> esta </a:t>
            </a:r>
            <a:r>
              <a:rPr lang="pt-BR" dirty="0" err="1"/>
              <a:t>extendendo</a:t>
            </a:r>
            <a:r>
              <a:rPr lang="pt-BR" dirty="0"/>
              <a:t> de </a:t>
            </a:r>
            <a:r>
              <a:rPr lang="pt-BR" dirty="0" err="1"/>
              <a:t>AppCompatActivity</a:t>
            </a:r>
            <a:r>
              <a:rPr lang="pt-BR" dirty="0"/>
              <a:t>, e sobrescrevendo o método </a:t>
            </a:r>
            <a:r>
              <a:rPr lang="pt-BR" dirty="0" err="1"/>
              <a:t>onCreate</a:t>
            </a:r>
            <a:r>
              <a:rPr lang="pt-BR" dirty="0"/>
              <a:t>, e criando um construtor compatível com a super classe</a:t>
            </a:r>
          </a:p>
        </p:txBody>
      </p:sp>
    </p:spTree>
    <p:extLst>
      <p:ext uri="{BB962C8B-B14F-4D97-AF65-F5344CB8AC3E}">
        <p14:creationId xmlns:p14="http://schemas.microsoft.com/office/powerpoint/2010/main" val="37075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EE344-B75E-55B2-AC10-68F50E82B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F56DC20F-FC58-2CC4-EA74-781D64D19E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7BA5577-758A-0E60-ECC4-4E3ED3B7A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5B9A6B-3E7A-2112-B590-A73D17661D39}"/>
              </a:ext>
            </a:extLst>
          </p:cNvPr>
          <p:cNvSpPr txBox="1"/>
          <p:nvPr/>
        </p:nvSpPr>
        <p:spPr>
          <a:xfrm>
            <a:off x="8976360" y="2413337"/>
            <a:ext cx="2377440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Vamos começar criando essa tela, um titulo, um </a:t>
            </a:r>
            <a:r>
              <a:rPr lang="pt-BR" dirty="0" err="1"/>
              <a:t>EditText</a:t>
            </a:r>
            <a:r>
              <a:rPr lang="pt-BR" dirty="0"/>
              <a:t> para entrada de dados, um </a:t>
            </a:r>
            <a:r>
              <a:rPr lang="pt-BR" dirty="0" err="1"/>
              <a:t>TextView</a:t>
            </a:r>
            <a:r>
              <a:rPr lang="pt-BR" dirty="0"/>
              <a:t> para mostrar o resultado e um </a:t>
            </a:r>
            <a:r>
              <a:rPr lang="pt-BR" dirty="0" err="1"/>
              <a:t>Botao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9941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F9F0-CDEA-CBD5-6549-2DF376FA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043E9DB-343D-3877-C936-8EEEF1525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E03A1F6-EFE1-679C-F6D6-1F7F5F4D9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DD5C1B-FBA0-8B6F-C117-C2090F479DB0}"/>
              </a:ext>
            </a:extLst>
          </p:cNvPr>
          <p:cNvSpPr txBox="1"/>
          <p:nvPr/>
        </p:nvSpPr>
        <p:spPr>
          <a:xfrm>
            <a:off x="8976360" y="1690688"/>
            <a:ext cx="2377440" cy="397031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Estamos usando um </a:t>
            </a:r>
            <a:r>
              <a:rPr lang="pt-BR" dirty="0" err="1"/>
              <a:t>ConstraintLayout</a:t>
            </a:r>
            <a:r>
              <a:rPr lang="pt-BR" dirty="0"/>
              <a:t> onde os elementos tem que ter ancoras horizontais e verticais para prender o elemento na posição correta. </a:t>
            </a:r>
          </a:p>
          <a:p>
            <a:r>
              <a:rPr lang="pt-BR" dirty="0"/>
              <a:t>Podemos colocar qualquer configuração aqui, como tamanho, cor etc. Aqui criei uma cor </a:t>
            </a:r>
            <a:r>
              <a:rPr lang="pt-BR" dirty="0" err="1"/>
              <a:t>purple</a:t>
            </a:r>
            <a:r>
              <a:rPr lang="pt-BR" dirty="0"/>
              <a:t> em </a:t>
            </a:r>
            <a:r>
              <a:rPr lang="pt-BR" dirty="0" err="1"/>
              <a:t>colors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8412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B100-F461-9BB9-2CD5-B26534F1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56D2FE70-9848-C534-47D6-4B3C22CEE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6EEDD21-990B-C01A-DF9A-CBED00C7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E30FAEE-6541-D884-C396-A88C66A2FEBD}"/>
              </a:ext>
            </a:extLst>
          </p:cNvPr>
          <p:cNvSpPr txBox="1"/>
          <p:nvPr/>
        </p:nvSpPr>
        <p:spPr>
          <a:xfrm>
            <a:off x="8976360" y="1690688"/>
            <a:ext cx="2377440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parte de cima do </a:t>
            </a:r>
            <a:r>
              <a:rPr lang="pt-BR" dirty="0" err="1"/>
              <a:t>EditText</a:t>
            </a:r>
            <a:r>
              <a:rPr lang="pt-BR" dirty="0"/>
              <a:t> esta ligada a parte de baixo do titulo e ligado a esquerda e a direita no container pai que tem o id </a:t>
            </a:r>
            <a:r>
              <a:rPr lang="pt-BR" dirty="0" err="1"/>
              <a:t>main</a:t>
            </a:r>
            <a:r>
              <a:rPr lang="pt-BR" dirty="0"/>
              <a:t>. Como esta com largura </a:t>
            </a:r>
            <a:r>
              <a:rPr lang="pt-BR" dirty="0" err="1"/>
              <a:t>match_parente</a:t>
            </a:r>
            <a:r>
              <a:rPr lang="pt-BR" dirty="0"/>
              <a:t>, isso faz com que o tamanho do campo ocupe toda área disponível. Coloquei uma margem a direita e a esquerda para não encostar na margem</a:t>
            </a:r>
          </a:p>
        </p:txBody>
      </p:sp>
    </p:spTree>
    <p:extLst>
      <p:ext uri="{BB962C8B-B14F-4D97-AF65-F5344CB8AC3E}">
        <p14:creationId xmlns:p14="http://schemas.microsoft.com/office/powerpoint/2010/main" val="2583928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09803-14DF-F336-BC81-B9083EDC7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792AC82-5595-C92A-E744-FA431B3CF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228DC19-5A16-A660-2AEF-077E5F91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42E3AD-110C-77A9-E011-F3A554A24433}"/>
              </a:ext>
            </a:extLst>
          </p:cNvPr>
          <p:cNvSpPr txBox="1"/>
          <p:nvPr/>
        </p:nvSpPr>
        <p:spPr>
          <a:xfrm>
            <a:off x="8976360" y="1690688"/>
            <a:ext cx="2377440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No </a:t>
            </a:r>
            <a:r>
              <a:rPr lang="pt-BR" dirty="0" err="1"/>
              <a:t>TextView</a:t>
            </a:r>
            <a:r>
              <a:rPr lang="pt-BR" dirty="0"/>
              <a:t> do resultado, usando o atributo </a:t>
            </a:r>
            <a:r>
              <a:rPr lang="pt-BR" dirty="0" err="1"/>
              <a:t>tools:text</a:t>
            </a:r>
            <a:r>
              <a:rPr lang="pt-BR" dirty="0"/>
              <a:t>, podemos ver o campo no design, mas ao rodar o app, ele não aparece, pois vai ser escrito com o resultado das apostas. Isso serve para formatar o campo sem mostrar ao rodar.</a:t>
            </a:r>
          </a:p>
        </p:txBody>
      </p:sp>
    </p:spTree>
    <p:extLst>
      <p:ext uri="{BB962C8B-B14F-4D97-AF65-F5344CB8AC3E}">
        <p14:creationId xmlns:p14="http://schemas.microsoft.com/office/powerpoint/2010/main" val="621714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B96A-B47F-3C8F-BA88-0712E8E69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3C4FBF3C-81BF-48EB-9523-9A27A36947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D35A1A8-15DA-B7F3-AA5F-48393BBE1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59A78D2-1926-C09F-124D-8E7A3DAD1BF0}"/>
              </a:ext>
            </a:extLst>
          </p:cNvPr>
          <p:cNvSpPr txBox="1"/>
          <p:nvPr/>
        </p:nvSpPr>
        <p:spPr>
          <a:xfrm>
            <a:off x="8976360" y="2551837"/>
            <a:ext cx="2377440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Por fim, coloco o botão ajustando as propriedades dele. </a:t>
            </a:r>
          </a:p>
          <a:p>
            <a:r>
              <a:rPr lang="pt-BR" dirty="0"/>
              <a:t>Ate aqui é tudo igual tanto para o </a:t>
            </a:r>
            <a:r>
              <a:rPr lang="pt-BR" dirty="0" err="1"/>
              <a:t>java</a:t>
            </a:r>
            <a:r>
              <a:rPr lang="pt-BR" dirty="0"/>
              <a:t> quanto para o </a:t>
            </a:r>
            <a:r>
              <a:rPr lang="pt-BR" dirty="0" err="1"/>
              <a:t>kotlin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38014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C1D85-B5E6-14D6-B5C2-4B80165B5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BE21B64-01F2-3157-988F-E0DB8FE9E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4A7D2F3-E24F-2E4A-EC41-114D518B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A5B050-5997-92A8-F642-1577D9E70E9F}"/>
              </a:ext>
            </a:extLst>
          </p:cNvPr>
          <p:cNvSpPr txBox="1"/>
          <p:nvPr/>
        </p:nvSpPr>
        <p:spPr>
          <a:xfrm>
            <a:off x="8976360" y="1720840"/>
            <a:ext cx="2377440" cy="34163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Com isso terminamos o primeiro passo que é desenhar a tela, e colocar identificadores para todos os elementos.</a:t>
            </a:r>
          </a:p>
          <a:p>
            <a:r>
              <a:rPr lang="pt-BR" dirty="0"/>
              <a:t>O próximo passo é ligar esse layout à classe </a:t>
            </a:r>
            <a:r>
              <a:rPr lang="pt-BR" dirty="0" err="1"/>
              <a:t>kotlin</a:t>
            </a:r>
            <a:r>
              <a:rPr lang="pt-BR" dirty="0"/>
              <a:t>, então vamos fechar esse arquivo e abrir o </a:t>
            </a:r>
            <a:r>
              <a:rPr lang="pt-BR" dirty="0" err="1"/>
              <a:t>MainActivity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618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269E-8A04-3AD6-465B-2673C943B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C3BEF22-8C52-CD05-B5EC-20080E5CA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33759B-5768-62CA-6285-4DE4CD67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F2988B6-D892-3E84-62B6-40F1172C5E0E}"/>
              </a:ext>
            </a:extLst>
          </p:cNvPr>
          <p:cNvSpPr txBox="1"/>
          <p:nvPr/>
        </p:nvSpPr>
        <p:spPr>
          <a:xfrm>
            <a:off x="8976360" y="1166842"/>
            <a:ext cx="2377440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ligar o layout existem vários jeitos, um deles é declarar classes dos elementos aqui em cima logo abaixo da chave, tornando essas classes globais. Aqui eu declaro uma classe para cada elemento do layout.</a:t>
            </a:r>
          </a:p>
          <a:p>
            <a:r>
              <a:rPr lang="pt-BR" dirty="0"/>
              <a:t>Declarar a classe significa criar a variável com o tipo da classe</a:t>
            </a:r>
          </a:p>
        </p:txBody>
      </p:sp>
    </p:spTree>
    <p:extLst>
      <p:ext uri="{BB962C8B-B14F-4D97-AF65-F5344CB8AC3E}">
        <p14:creationId xmlns:p14="http://schemas.microsoft.com/office/powerpoint/2010/main" val="3659030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F238-A4A8-0387-40F8-D7DBD0AA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F2DC189-9E3C-0C72-04F2-021F28728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A1F9868-7206-260F-CD46-E4FBE2E22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593D4A7-CDB4-95F3-7964-9D51359BBBC0}"/>
              </a:ext>
            </a:extLst>
          </p:cNvPr>
          <p:cNvSpPr txBox="1"/>
          <p:nvPr/>
        </p:nvSpPr>
        <p:spPr>
          <a:xfrm>
            <a:off x="8976360" y="1720840"/>
            <a:ext cx="2377440" cy="34163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Depois, dentro do método </a:t>
            </a:r>
            <a:r>
              <a:rPr lang="pt-BR" dirty="0" err="1"/>
              <a:t>onCreate</a:t>
            </a:r>
            <a:r>
              <a:rPr lang="pt-BR" dirty="0"/>
              <a:t> que é o primeiro método que roda quando abrimos um app, vamos usar o método </a:t>
            </a:r>
            <a:r>
              <a:rPr lang="pt-BR" dirty="0" err="1"/>
              <a:t>findViewById</a:t>
            </a:r>
            <a:r>
              <a:rPr lang="pt-BR" dirty="0"/>
              <a:t>() que vai localizar o elemento </a:t>
            </a:r>
            <a:r>
              <a:rPr lang="pt-BR" dirty="0" err="1"/>
              <a:t>la</a:t>
            </a:r>
            <a:r>
              <a:rPr lang="pt-BR" dirty="0"/>
              <a:t> no layout e relacionar com a variável que a gente criou.</a:t>
            </a:r>
          </a:p>
        </p:txBody>
      </p:sp>
    </p:spTree>
    <p:extLst>
      <p:ext uri="{BB962C8B-B14F-4D97-AF65-F5344CB8AC3E}">
        <p14:creationId xmlns:p14="http://schemas.microsoft.com/office/powerpoint/2010/main" val="228082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5E12F-BF29-5C4B-5E1A-78F75AE18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D9DCFB5-540E-D549-AE61-7F61A1E42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6C910C4-84A5-E1DF-E3F4-21B99F58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B74F457-249A-CFD4-0333-494B0EEFAFA4}"/>
              </a:ext>
            </a:extLst>
          </p:cNvPr>
          <p:cNvSpPr txBox="1"/>
          <p:nvPr/>
        </p:nvSpPr>
        <p:spPr>
          <a:xfrm>
            <a:off x="8976360" y="1166842"/>
            <a:ext cx="2377440" cy="452431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Uma vez que relacionamos os campos do layout com as variáveis, podemos utilizar elas. E vamos começar associando um  </a:t>
            </a:r>
            <a:r>
              <a:rPr lang="pt-BR" dirty="0" err="1"/>
              <a:t>listener</a:t>
            </a:r>
            <a:r>
              <a:rPr lang="pt-BR" dirty="0"/>
              <a:t> que vai “ouvir” quando tocarmos no botão. </a:t>
            </a:r>
          </a:p>
          <a:p>
            <a:r>
              <a:rPr lang="pt-BR" dirty="0"/>
              <a:t>Aqui quando tocar no botão, estamos guardando o que foi digitado no campo e guardando em uma variável </a:t>
            </a:r>
            <a:r>
              <a:rPr lang="pt-BR" dirty="0" err="1"/>
              <a:t>text</a:t>
            </a:r>
            <a:r>
              <a:rPr lang="pt-BR" dirty="0"/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2935020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9701-DC68-D65E-8718-ABD3E3CE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DA1A2D0-43CC-B8F8-93C7-F5CE1DF82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399CBF-A455-7E5C-7B26-795FD43C0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FDA181-E6D2-CB30-7C69-58E4895B2FF3}"/>
              </a:ext>
            </a:extLst>
          </p:cNvPr>
          <p:cNvSpPr txBox="1"/>
          <p:nvPr/>
        </p:nvSpPr>
        <p:spPr>
          <a:xfrm>
            <a:off x="8976360" y="1582340"/>
            <a:ext cx="2377440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Depois chamamos o método </a:t>
            </a:r>
            <a:r>
              <a:rPr lang="pt-BR" dirty="0" err="1"/>
              <a:t>numberGenerator</a:t>
            </a:r>
            <a:r>
              <a:rPr lang="pt-BR" dirty="0"/>
              <a:t> (que ainda vamos criar) e passamos para ele essa variável </a:t>
            </a:r>
            <a:r>
              <a:rPr lang="pt-BR" dirty="0" err="1"/>
              <a:t>text</a:t>
            </a:r>
            <a:r>
              <a:rPr lang="pt-BR" dirty="0"/>
              <a:t> e também o campo resultado. </a:t>
            </a:r>
          </a:p>
          <a:p>
            <a:r>
              <a:rPr lang="pt-BR" dirty="0"/>
              <a:t>Aqui uma dica: no </a:t>
            </a:r>
            <a:r>
              <a:rPr lang="pt-BR" dirty="0" err="1"/>
              <a:t>kotlin</a:t>
            </a:r>
            <a:r>
              <a:rPr lang="pt-BR" dirty="0"/>
              <a:t>, primeiro colocamos o nome da variável de pois o tipo, ao contrario do </a:t>
            </a:r>
            <a:r>
              <a:rPr lang="pt-BR" dirty="0" err="1"/>
              <a:t>java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6193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2915-7767-F1B1-3CAF-893710312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8920714-92DE-15F2-BF03-4C295D7AB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2349766-9B15-861B-7A4D-AE7D84359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AD777BE-D10D-336B-5D78-96694F11A01F}"/>
              </a:ext>
            </a:extLst>
          </p:cNvPr>
          <p:cNvSpPr txBox="1"/>
          <p:nvPr/>
        </p:nvSpPr>
        <p:spPr>
          <a:xfrm>
            <a:off x="8976360" y="346468"/>
            <a:ext cx="2377440" cy="619554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nesse método que vamos criar, a gente tem que validar o que o usuário digitou. E a primeira validação que podemos fazer é saber se o usuário digitou o numero de apostas ou não. Se não digitou, o </a:t>
            </a:r>
            <a:r>
              <a:rPr lang="pt-BR" dirty="0" err="1"/>
              <a:t>text</a:t>
            </a:r>
            <a:r>
              <a:rPr lang="pt-BR" dirty="0"/>
              <a:t> vai estar vazio e vamos dar uma mensagem para ele.</a:t>
            </a:r>
          </a:p>
          <a:p>
            <a:r>
              <a:rPr lang="pt-BR" dirty="0"/>
              <a:t>Nessa logica, se não estiver vazio continuamos com a logica, e se estiver vazio a gente emite a mensagem</a:t>
            </a:r>
          </a:p>
        </p:txBody>
      </p:sp>
    </p:spTree>
    <p:extLst>
      <p:ext uri="{BB962C8B-B14F-4D97-AF65-F5344CB8AC3E}">
        <p14:creationId xmlns:p14="http://schemas.microsoft.com/office/powerpoint/2010/main" val="373809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B8AEA-39A1-EC4F-D84D-E9968968C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FDE20CB1-817D-DE32-54F1-1DC739DC0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B7D961E-7A88-0351-66C8-37808C131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5A6FC4A-0593-CE81-0E8C-C3ADD6C6A698}"/>
              </a:ext>
            </a:extLst>
          </p:cNvPr>
          <p:cNvSpPr txBox="1"/>
          <p:nvPr/>
        </p:nvSpPr>
        <p:spPr>
          <a:xfrm>
            <a:off x="8976360" y="889843"/>
            <a:ext cx="2377440" cy="507831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apostar na mega sena podemos apostar de 6 a 15 números. </a:t>
            </a:r>
          </a:p>
          <a:p>
            <a:r>
              <a:rPr lang="pt-BR" dirty="0" err="1"/>
              <a:t>Entao</a:t>
            </a:r>
            <a:r>
              <a:rPr lang="pt-BR" dirty="0"/>
              <a:t> a próxima validação que fazemos é para saber se o numero que o usuário digitou esta nesse range.</a:t>
            </a:r>
          </a:p>
          <a:p>
            <a:r>
              <a:rPr lang="pt-BR" dirty="0"/>
              <a:t>Se não estiver entre 6 e 15, podemos também mandar uma mensagem para ele.</a:t>
            </a:r>
          </a:p>
          <a:p>
            <a:r>
              <a:rPr lang="pt-BR" dirty="0"/>
              <a:t>Na linha 43 eu pego o que foi digitado no </a:t>
            </a:r>
            <a:r>
              <a:rPr lang="pt-BR" dirty="0" err="1"/>
              <a:t>EditText</a:t>
            </a:r>
            <a:r>
              <a:rPr lang="pt-BR" dirty="0"/>
              <a:t> e converto para numero...</a:t>
            </a:r>
          </a:p>
        </p:txBody>
      </p:sp>
    </p:spTree>
    <p:extLst>
      <p:ext uri="{BB962C8B-B14F-4D97-AF65-F5344CB8AC3E}">
        <p14:creationId xmlns:p14="http://schemas.microsoft.com/office/powerpoint/2010/main" val="2519223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557C-FF07-8C10-2322-4766E5482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AB09F29-4D02-6457-21C4-47CF53A0F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A412038-39E4-39B0-E676-EF5AB133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BFDFBEA-420B-8C1B-727B-6666C5F08C3F}"/>
              </a:ext>
            </a:extLst>
          </p:cNvPr>
          <p:cNvSpPr txBox="1"/>
          <p:nvPr/>
        </p:nvSpPr>
        <p:spPr>
          <a:xfrm>
            <a:off x="8976360" y="306566"/>
            <a:ext cx="2377440" cy="618630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Se o usuário digitou um numero entre 6 e 15, vou criar um vetor chamado </a:t>
            </a:r>
            <a:r>
              <a:rPr lang="pt-BR" dirty="0" err="1"/>
              <a:t>numbers</a:t>
            </a:r>
            <a:r>
              <a:rPr lang="pt-BR" dirty="0"/>
              <a:t> para guardar os números digitados.</a:t>
            </a:r>
          </a:p>
          <a:p>
            <a:r>
              <a:rPr lang="pt-BR" dirty="0" err="1"/>
              <a:t>mutableSetOf</a:t>
            </a:r>
            <a:r>
              <a:rPr lang="pt-BR" dirty="0"/>
              <a:t>&lt;</a:t>
            </a:r>
            <a:r>
              <a:rPr lang="pt-BR" dirty="0" err="1"/>
              <a:t>Int</a:t>
            </a:r>
            <a:r>
              <a:rPr lang="pt-BR" dirty="0"/>
              <a:t>&gt;() cria um vetor de números inteiros mutável, ou seja, vou poder ir inserindo os números que forem sorteados. </a:t>
            </a:r>
          </a:p>
          <a:p>
            <a:r>
              <a:rPr lang="pt-BR" dirty="0"/>
              <a:t>Esse método também impede que seja colocado numero repetido. </a:t>
            </a:r>
          </a:p>
          <a:p>
            <a:r>
              <a:rPr lang="pt-BR" dirty="0"/>
              <a:t>Depois vou criar mais uma variável para guardar um numero randômico com a classe Random</a:t>
            </a:r>
          </a:p>
        </p:txBody>
      </p:sp>
    </p:spTree>
    <p:extLst>
      <p:ext uri="{BB962C8B-B14F-4D97-AF65-F5344CB8AC3E}">
        <p14:creationId xmlns:p14="http://schemas.microsoft.com/office/powerpoint/2010/main" val="1637265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1DA3-BC12-8313-E19D-A3D935722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C20CDD5-D8ED-EE1B-1785-1C1D71A46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0CA3B97-30CE-582A-97B3-15850CA1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98D619D-99DA-3ABF-F2EC-508F16A5FB51}"/>
              </a:ext>
            </a:extLst>
          </p:cNvPr>
          <p:cNvSpPr txBox="1"/>
          <p:nvPr/>
        </p:nvSpPr>
        <p:spPr>
          <a:xfrm>
            <a:off x="8976360" y="197346"/>
            <a:ext cx="2377440" cy="646330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Como o método </a:t>
            </a:r>
            <a:r>
              <a:rPr lang="pt-BR" dirty="0" err="1"/>
              <a:t>mutableSetOf</a:t>
            </a:r>
            <a:r>
              <a:rPr lang="pt-BR" dirty="0"/>
              <a:t>() não deixa colocar números repetidos, e a classe Random pode mostrar números repetidos, vamos criar um loop com </a:t>
            </a:r>
            <a:r>
              <a:rPr lang="pt-BR" dirty="0" err="1"/>
              <a:t>while</a:t>
            </a:r>
            <a:r>
              <a:rPr lang="pt-BR" dirty="0"/>
              <a:t>(</a:t>
            </a:r>
            <a:r>
              <a:rPr lang="pt-BR" dirty="0" err="1"/>
              <a:t>true</a:t>
            </a:r>
            <a:r>
              <a:rPr lang="pt-BR" dirty="0"/>
              <a:t>) esse loop vai rodar ate que consiga completar o vetor com a quantidade de apostas </a:t>
            </a:r>
          </a:p>
          <a:p>
            <a:r>
              <a:rPr lang="pt-BR" dirty="0"/>
              <a:t>Aqui eu criei uma variável chamada </a:t>
            </a:r>
            <a:r>
              <a:rPr lang="pt-BR" dirty="0" err="1"/>
              <a:t>number</a:t>
            </a:r>
            <a:r>
              <a:rPr lang="pt-BR" dirty="0"/>
              <a:t> que vai pegar um numero randômico. </a:t>
            </a:r>
          </a:p>
          <a:p>
            <a:r>
              <a:rPr lang="pt-BR" dirty="0"/>
              <a:t>Depois estou adicionando 1 a esse numero e adicionando no vetor</a:t>
            </a:r>
          </a:p>
        </p:txBody>
      </p:sp>
    </p:spTree>
    <p:extLst>
      <p:ext uri="{BB962C8B-B14F-4D97-AF65-F5344CB8AC3E}">
        <p14:creationId xmlns:p14="http://schemas.microsoft.com/office/powerpoint/2010/main" val="2350749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79B4A-5AE0-4F1F-6859-EA2DA717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C9B5D2B-61BE-43AF-3057-9B3A27C05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CD2D983-FABF-CFDF-B979-0D0E849F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AA41FA7-9345-7F7F-7F49-C3BAB60047A6}"/>
              </a:ext>
            </a:extLst>
          </p:cNvPr>
          <p:cNvSpPr txBox="1"/>
          <p:nvPr/>
        </p:nvSpPr>
        <p:spPr>
          <a:xfrm>
            <a:off x="8976360" y="1027906"/>
            <a:ext cx="2377440" cy="480131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Eu adiciono 1 ao numero, porque o numero pode ser zero e não tem zero na Mega Sena.</a:t>
            </a:r>
          </a:p>
          <a:p>
            <a:r>
              <a:rPr lang="pt-BR" dirty="0"/>
              <a:t>E coloco também 60 no limite. </a:t>
            </a:r>
            <a:r>
              <a:rPr lang="pt-BR" dirty="0" err="1"/>
              <a:t>Entao</a:t>
            </a:r>
            <a:r>
              <a:rPr lang="pt-BR" dirty="0"/>
              <a:t> como começa de zero vai ate 59 e somando 1 resolvemos o problema.</a:t>
            </a:r>
          </a:p>
          <a:p>
            <a:r>
              <a:rPr lang="pt-BR" dirty="0"/>
              <a:t>Depois </a:t>
            </a:r>
            <a:r>
              <a:rPr lang="pt-BR" dirty="0" err="1"/>
              <a:t>chcamos</a:t>
            </a:r>
            <a:r>
              <a:rPr lang="pt-BR" dirty="0"/>
              <a:t> se já conseguiu inserir a quantidade de itens igual ao numero de apostas, ai a gente sai do loop com </a:t>
            </a:r>
            <a:r>
              <a:rPr lang="pt-BR" dirty="0" err="1"/>
              <a:t>brak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8724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2D298-2A84-78EC-1D7A-190057AC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117744A-6D51-639B-FE82-C046BA5CC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9787AC8-41E6-ADB8-EDFD-2199C252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EEDF461-C478-3D7D-F4BC-E3C9C00FF204}"/>
              </a:ext>
            </a:extLst>
          </p:cNvPr>
          <p:cNvSpPr txBox="1"/>
          <p:nvPr/>
        </p:nvSpPr>
        <p:spPr>
          <a:xfrm>
            <a:off x="8976360" y="2413337"/>
            <a:ext cx="2377440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Se quisermos ver como os números estão sendo gerados, podemos criar aqui um log, e pedir para ele mostrar os números gerados.</a:t>
            </a:r>
          </a:p>
        </p:txBody>
      </p:sp>
    </p:spTree>
    <p:extLst>
      <p:ext uri="{BB962C8B-B14F-4D97-AF65-F5344CB8AC3E}">
        <p14:creationId xmlns:p14="http://schemas.microsoft.com/office/powerpoint/2010/main" val="3397578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6075-6343-4DF3-44A3-EE1B76387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22F2567-D37C-BB09-A4E4-35042F98E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682E891-5626-5AC3-CA64-C4DC2D3F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53402D5-0531-9ADC-C198-0A17347BAA32}"/>
              </a:ext>
            </a:extLst>
          </p:cNvPr>
          <p:cNvSpPr txBox="1"/>
          <p:nvPr/>
        </p:nvSpPr>
        <p:spPr>
          <a:xfrm>
            <a:off x="8976360" y="2136338"/>
            <a:ext cx="2377440" cy="258532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o log vai mostrar os números sorteados.</a:t>
            </a:r>
          </a:p>
          <a:p>
            <a:r>
              <a:rPr lang="pt-BR" dirty="0"/>
              <a:t>Se não aparecer a aba </a:t>
            </a:r>
            <a:r>
              <a:rPr lang="pt-BR" dirty="0" err="1"/>
              <a:t>logcat</a:t>
            </a:r>
            <a:r>
              <a:rPr lang="pt-BR" dirty="0"/>
              <a:t>, pode pressionar shift </a:t>
            </a:r>
            <a:r>
              <a:rPr lang="pt-BR" dirty="0" err="1"/>
              <a:t>shift</a:t>
            </a:r>
            <a:r>
              <a:rPr lang="pt-BR" dirty="0"/>
              <a:t> e digitar </a:t>
            </a:r>
            <a:r>
              <a:rPr lang="pt-BR" dirty="0" err="1"/>
              <a:t>logcat</a:t>
            </a:r>
            <a:r>
              <a:rPr lang="pt-BR" dirty="0"/>
              <a:t> que ele abre. Ou ir em </a:t>
            </a:r>
            <a:r>
              <a:rPr lang="pt-BR" dirty="0" err="1"/>
              <a:t>view</a:t>
            </a:r>
            <a:r>
              <a:rPr lang="pt-BR" dirty="0"/>
              <a:t> tools e </a:t>
            </a:r>
            <a:r>
              <a:rPr lang="pt-BR" dirty="0" err="1"/>
              <a:t>logcat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4585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DD0A2-7183-10ED-5E0B-AB513BBB6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824FFEA-8DD6-0D06-79BC-41F228C72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0BEEE7E-161E-4DE2-3B70-1B994DCB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64990B-E46D-F831-7F65-729BFF3ADC10}"/>
              </a:ext>
            </a:extLst>
          </p:cNvPr>
          <p:cNvSpPr txBox="1"/>
          <p:nvPr/>
        </p:nvSpPr>
        <p:spPr>
          <a:xfrm>
            <a:off x="8976360" y="1690688"/>
            <a:ext cx="2377440" cy="31393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Com essa linha a gente coloca no </a:t>
            </a:r>
            <a:r>
              <a:rPr lang="pt-BR" dirty="0" err="1"/>
              <a:t>txtResultado</a:t>
            </a:r>
            <a:r>
              <a:rPr lang="pt-BR" dirty="0"/>
              <a:t> os numero separados por </a:t>
            </a:r>
            <a:r>
              <a:rPr lang="pt-BR" dirty="0" err="1"/>
              <a:t>traco</a:t>
            </a:r>
            <a:r>
              <a:rPr lang="pt-BR" dirty="0"/>
              <a:t>.</a:t>
            </a:r>
          </a:p>
          <a:p>
            <a:r>
              <a:rPr lang="pt-BR" dirty="0"/>
              <a:t>Se não colocar o </a:t>
            </a:r>
            <a:r>
              <a:rPr lang="pt-BR" dirty="0" err="1"/>
              <a:t>joinToStrigng</a:t>
            </a:r>
            <a:r>
              <a:rPr lang="pt-BR" dirty="0"/>
              <a:t>() e colocar somente </a:t>
            </a:r>
            <a:r>
              <a:rPr lang="pt-BR" dirty="0" err="1"/>
              <a:t>toString</a:t>
            </a:r>
            <a:r>
              <a:rPr lang="pt-BR" dirty="0"/>
              <a:t>() os números serão separados por virgulas</a:t>
            </a:r>
          </a:p>
        </p:txBody>
      </p:sp>
    </p:spTree>
    <p:extLst>
      <p:ext uri="{BB962C8B-B14F-4D97-AF65-F5344CB8AC3E}">
        <p14:creationId xmlns:p14="http://schemas.microsoft.com/office/powerpoint/2010/main" val="4065601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BC73D-4482-06D5-62D4-9FA4A68CB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4319B-4A82-4EFD-A2BA-7F08DB30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9B133D3-4C44-E5AF-948E-590E9A668F07}"/>
              </a:ext>
            </a:extLst>
          </p:cNvPr>
          <p:cNvSpPr txBox="1"/>
          <p:nvPr/>
        </p:nvSpPr>
        <p:spPr>
          <a:xfrm>
            <a:off x="3436620" y="2459504"/>
            <a:ext cx="5318760" cy="193899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Desafio</a:t>
            </a:r>
            <a:r>
              <a:rPr lang="pt-BR" sz="4000" dirty="0"/>
              <a:t>: </a:t>
            </a:r>
            <a:r>
              <a:rPr lang="pt-BR" sz="4000" dirty="0" err="1"/>
              <a:t>refatorar</a:t>
            </a:r>
            <a:r>
              <a:rPr lang="pt-BR" sz="4000" dirty="0"/>
              <a:t> o app melhorando o layout e a logica</a:t>
            </a:r>
          </a:p>
        </p:txBody>
      </p:sp>
    </p:spTree>
    <p:extLst>
      <p:ext uri="{BB962C8B-B14F-4D97-AF65-F5344CB8AC3E}">
        <p14:creationId xmlns:p14="http://schemas.microsoft.com/office/powerpoint/2010/main" val="1461900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B121D-DF84-A273-F954-B41233BB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2AF63E61-BE5E-1D4B-DDBE-670A93DE5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4A1CC2-67DE-48C7-93CF-DE1F17268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B1D4364-0F4F-4677-2659-03D14137944B}"/>
              </a:ext>
            </a:extLst>
          </p:cNvPr>
          <p:cNvSpPr txBox="1"/>
          <p:nvPr/>
        </p:nvSpPr>
        <p:spPr>
          <a:xfrm>
            <a:off x="4907280" y="3816628"/>
            <a:ext cx="237744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Fabio Claret</a:t>
            </a:r>
          </a:p>
        </p:txBody>
      </p:sp>
    </p:spTree>
    <p:extLst>
      <p:ext uri="{BB962C8B-B14F-4D97-AF65-F5344CB8AC3E}">
        <p14:creationId xmlns:p14="http://schemas.microsoft.com/office/powerpoint/2010/main" val="12563454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7D5A911E655E34CA211CDE88CC408C0" ma:contentTypeVersion="11" ma:contentTypeDescription="Crie um novo documento." ma:contentTypeScope="" ma:versionID="c4d2d8f35bd562dbd019a8f7e5d6d49e">
  <xsd:schema xmlns:xsd="http://www.w3.org/2001/XMLSchema" xmlns:xs="http://www.w3.org/2001/XMLSchema" xmlns:p="http://schemas.microsoft.com/office/2006/metadata/properties" xmlns:ns2="3631bb57-033e-4eb3-878b-dec66511362f" xmlns:ns3="84a3c582-7c03-4777-8207-6b1c8dcee97a" targetNamespace="http://schemas.microsoft.com/office/2006/metadata/properties" ma:root="true" ma:fieldsID="eedf1cf639413df328aad058a5cb044d" ns2:_="" ns3:_="">
    <xsd:import namespace="3631bb57-033e-4eb3-878b-dec66511362f"/>
    <xsd:import namespace="84a3c582-7c03-4777-8207-6b1c8dcee9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1bb57-033e-4eb3-878b-dec6651136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a3c582-7c03-4777-8207-6b1c8dcee97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6d83d7e-b111-4301-8d68-3d6398eb5513}" ma:internalName="TaxCatchAll" ma:showField="CatchAllData" ma:web="84a3c582-7c03-4777-8207-6b1c8dcee9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a3c582-7c03-4777-8207-6b1c8dcee97a" xsi:nil="true"/>
    <lcf76f155ced4ddcb4097134ff3c332f xmlns="3631bb57-033e-4eb3-878b-dec66511362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BD02843-6398-44E8-893D-FF8F8071CC09}"/>
</file>

<file path=customXml/itemProps2.xml><?xml version="1.0" encoding="utf-8"?>
<ds:datastoreItem xmlns:ds="http://schemas.openxmlformats.org/officeDocument/2006/customXml" ds:itemID="{900433CE-1870-42F6-AD79-D1710F46CA4B}"/>
</file>

<file path=customXml/itemProps3.xml><?xml version="1.0" encoding="utf-8"?>
<ds:datastoreItem xmlns:ds="http://schemas.openxmlformats.org/officeDocument/2006/customXml" ds:itemID="{7F29E985-6A7E-44F1-AFB1-3C64ACEA2D6B}"/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992</Words>
  <Application>Microsoft Office PowerPoint</Application>
  <PresentationFormat>Widescreen</PresentationFormat>
  <Paragraphs>47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Tema do Office</vt:lpstr>
      <vt:lpstr>Criar um app em Kotlin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Claret Trigo de Oliveira</dc:creator>
  <cp:lastModifiedBy>Fabio Claret Trigo de Oliveira</cp:lastModifiedBy>
  <cp:revision>2</cp:revision>
  <dcterms:created xsi:type="dcterms:W3CDTF">2024-11-14T12:50:17Z</dcterms:created>
  <dcterms:modified xsi:type="dcterms:W3CDTF">2024-11-22T22:38:29Z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0x01010057D5A911E655E34CA211CDE88CC408C0</vt:lpwstr>
  </property>
</Properties>
</file>