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7"/>
  </p:notesMasterIdLst>
  <p:sldIdLst>
    <p:sldId id="256" r:id="rId5"/>
    <p:sldId id="257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294" r:id="rId17"/>
    <p:sldId id="258" r:id="rId18"/>
    <p:sldId id="309" r:id="rId19"/>
    <p:sldId id="305" r:id="rId20"/>
    <p:sldId id="310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</p:sldIdLst>
  <p:sldSz cx="12192000" cy="6858000"/>
  <p:notesSz cx="6858000" cy="9144000"/>
  <p:embeddedFontLst>
    <p:embeddedFont>
      <p:font typeface="Play" panose="020B0604020202020204" charset="0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hSNMZy14uP5hDwkZfiLZHufWX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242D568E-AAB9-6482-3873-8AEE6CD3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F3F622E0-E033-D0FD-0FD4-21B50B692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E1434FE-8506-19AB-5183-AFE85B31A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96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052624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052624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6BEF048-163F-A208-1A4E-10B18A49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05262422_0_0:notes">
            <a:extLst>
              <a:ext uri="{FF2B5EF4-FFF2-40B4-BE49-F238E27FC236}">
                <a16:creationId xmlns:a16="http://schemas.microsoft.com/office/drawing/2014/main" id="{9AC4AFE4-799D-95A3-926E-3AA5880DD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05262422_0_0:notes">
            <a:extLst>
              <a:ext uri="{FF2B5EF4-FFF2-40B4-BE49-F238E27FC236}">
                <a16:creationId xmlns:a16="http://schemas.microsoft.com/office/drawing/2014/main" id="{8A58CDF6-75E4-53F8-22B4-122F37B9C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60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Login com SharedPreferences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9113520" y="1810385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Passo, vamos criar um layout para receber o login.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Podemos usar o </a:t>
            </a:r>
            <a:r>
              <a:rPr lang="pt-BR" sz="1800" err="1">
                <a:solidFill>
                  <a:schemeClr val="dk1"/>
                </a:solidFill>
              </a:rPr>
              <a:t>constraintLayout</a:t>
            </a:r>
            <a:r>
              <a:rPr lang="pt-BR" sz="1800">
                <a:solidFill>
                  <a:schemeClr val="dk1"/>
                </a:solidFill>
              </a:rPr>
              <a:t> ou o </a:t>
            </a:r>
            <a:r>
              <a:rPr lang="pt-BR" sz="1800" err="1">
                <a:solidFill>
                  <a:schemeClr val="dk1"/>
                </a:solidFill>
              </a:rPr>
              <a:t>LinearLayout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7436F-9D8D-838A-6A14-C1BC896B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FEC966-F303-F1DB-4995-172C88457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84422D-B525-B3A0-229B-083CFE5DA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4191"/>
            <a:ext cx="7739490" cy="4351338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4517CAF9-92CA-8CCD-166D-0094535E0E63}"/>
              </a:ext>
            </a:extLst>
          </p:cNvPr>
          <p:cNvSpPr txBox="1"/>
          <p:nvPr/>
        </p:nvSpPr>
        <p:spPr>
          <a:xfrm>
            <a:off x="9113520" y="1810385"/>
            <a:ext cx="2240400" cy="3139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podemos apagar todas as letras amarela do topo e escrever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Temos também que colocar uma orientação vertical e uma cor de background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69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A04F-30CF-7245-F7B0-FDC0E22F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E4E78-2B65-F4D2-9DFD-77B13F01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BF3EB8-5732-B3EB-8B5F-C5AEE55C2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7C39EEA5-AE0F-B958-7698-69AA55F00974}"/>
              </a:ext>
            </a:extLst>
          </p:cNvPr>
          <p:cNvSpPr txBox="1"/>
          <p:nvPr/>
        </p:nvSpPr>
        <p:spPr>
          <a:xfrm>
            <a:off x="9113520" y="1810385"/>
            <a:ext cx="2240400" cy="1200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elemento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TextView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colocar o titulo da pagina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4814AE-E415-36DE-6A27-8F6BBB94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0" y="1611568"/>
            <a:ext cx="8120222" cy="456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9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69EB-E7F7-94C4-21FC-FB738053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3D66E3B-C5AF-1CB6-2370-39F441C5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96CC439E-B884-950E-2C42-8CE4EB3031A4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EditText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eh o elemento de entrada de dados. Aqui para o usuário entrar com o nome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3241-9741-ED6E-2749-FF1785B8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7DDA51-D5C2-4E23-0F92-D2EA4F96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F6D5E787-E905-A8E1-49F9-6A6A6F953EA5}"/>
              </a:ext>
            </a:extLst>
          </p:cNvPr>
          <p:cNvSpPr txBox="1"/>
          <p:nvPr/>
        </p:nvSpPr>
        <p:spPr>
          <a:xfrm>
            <a:off x="9113520" y="181038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 para entrar com 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379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A87B-A23B-B749-D13C-387B9862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C4B9A5B-E882-F869-70F2-866A09C1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DEA82931-4E06-53D0-12F9-E5D74A43886B}"/>
              </a:ext>
            </a:extLst>
          </p:cNvPr>
          <p:cNvSpPr txBox="1"/>
          <p:nvPr/>
        </p:nvSpPr>
        <p:spPr>
          <a:xfrm>
            <a:off x="9113520" y="181038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 para inserir a senha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3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D69D-8CC2-4CAA-9F02-4A6F948A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71C79F-F40B-0E85-F77C-7B5E4E48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859FF43F-71B1-49D7-9451-E63DFC5C1319}"/>
              </a:ext>
            </a:extLst>
          </p:cNvPr>
          <p:cNvSpPr txBox="1"/>
          <p:nvPr/>
        </p:nvSpPr>
        <p:spPr>
          <a:xfrm>
            <a:off x="9418320" y="286385"/>
            <a:ext cx="2240400" cy="20312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colocar os botões que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vao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ficar um ao lado do outro inserimos um outro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orientação horizontal.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91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50C3-223E-B0E0-B60D-49B1333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67D1B5D-62D7-4C9F-7D59-FA84FF1D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FCFC5A2A-2242-2C28-B240-F8C236270F74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desse linear layout colocamos dois botões um para entrar outro para criar.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47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7FE8-88ED-3005-AABC-777E3869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05F023-60AD-3814-6986-73FF6987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C723022E-D8A4-8E65-C19D-0158493CB9EF}"/>
              </a:ext>
            </a:extLst>
          </p:cNvPr>
          <p:cNvSpPr txBox="1"/>
          <p:nvPr/>
        </p:nvSpPr>
        <p:spPr>
          <a:xfrm>
            <a:off x="9677400" y="164465"/>
            <a:ext cx="2240400" cy="17542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 desse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colocamos um botão para limpar os dados e ele vai ficar abaixo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C887-2DDB-88C6-5194-32261C9A9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32D64E-858B-72F1-8BA8-616101A4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A10E6AF2-112E-980A-EDA7-A01501A3A52F}"/>
              </a:ext>
            </a:extLst>
          </p:cNvPr>
          <p:cNvSpPr txBox="1"/>
          <p:nvPr/>
        </p:nvSpPr>
        <p:spPr>
          <a:xfrm>
            <a:off x="9189720" y="39306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Terminamos com um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checkBox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204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AC49-F283-58EA-D874-F47A594A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6AC80703-A602-5FB0-FF95-96C4608CAB68}"/>
              </a:ext>
            </a:extLst>
          </p:cNvPr>
          <p:cNvSpPr txBox="1"/>
          <p:nvPr/>
        </p:nvSpPr>
        <p:spPr>
          <a:xfrm>
            <a:off x="1043940" y="1720860"/>
            <a:ext cx="10104120" cy="34162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parte para criar um app eh desenhar a tela. Isso que acabamos de fazer.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Cada elemento que colocamos no layout tem que ter uma identificação, um id. Esse é o segundo passo. Os ids servem para a gente saber no código qual é o elemento que esta ligado a ele no layout.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No próximo passo temos que ligar o layout com o código na classe.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chemeClr val="dk1"/>
                </a:solidFill>
              </a:rPr>
              <a:t>Entao</a:t>
            </a:r>
            <a:r>
              <a:rPr lang="pt-BR" sz="1800">
                <a:solidFill>
                  <a:schemeClr val="dk1"/>
                </a:solidFill>
              </a:rPr>
              <a:t> criamos as classes dos elementos na classe, </a:t>
            </a:r>
            <a:r>
              <a:rPr lang="pt-BR" sz="18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mesmo tipo que os elementos no layout</a:t>
            </a:r>
            <a:r>
              <a:rPr lang="pt-BR" sz="1800">
                <a:solidFill>
                  <a:schemeClr val="dk1"/>
                </a:solidFill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chemeClr val="dk1"/>
                </a:solidFill>
              </a:rPr>
              <a:t>Entao</a:t>
            </a:r>
            <a:r>
              <a:rPr lang="pt-BR" sz="1800">
                <a:solidFill>
                  <a:schemeClr val="dk1"/>
                </a:solidFill>
              </a:rPr>
              <a:t> como temos no layout três </a:t>
            </a:r>
            <a:r>
              <a:rPr lang="pt-BR" sz="1800" err="1">
                <a:solidFill>
                  <a:schemeClr val="dk1"/>
                </a:solidFill>
              </a:rPr>
              <a:t>EditText</a:t>
            </a:r>
            <a:r>
              <a:rPr lang="pt-BR" sz="1800">
                <a:solidFill>
                  <a:schemeClr val="dk1"/>
                </a:solidFill>
              </a:rPr>
              <a:t>, três </a:t>
            </a:r>
            <a:r>
              <a:rPr lang="pt-BR" sz="1800" err="1">
                <a:solidFill>
                  <a:schemeClr val="dk1"/>
                </a:solidFill>
              </a:rPr>
              <a:t>Buttons</a:t>
            </a:r>
            <a:r>
              <a:rPr lang="pt-BR" sz="1800">
                <a:solidFill>
                  <a:schemeClr val="dk1"/>
                </a:solidFill>
              </a:rPr>
              <a:t> e um </a:t>
            </a:r>
            <a:r>
              <a:rPr lang="pt-BR" sz="1800" err="1">
                <a:solidFill>
                  <a:schemeClr val="dk1"/>
                </a:solidFill>
              </a:rPr>
              <a:t>CheckBox</a:t>
            </a:r>
            <a:r>
              <a:rPr lang="pt-BR" sz="1800">
                <a:solidFill>
                  <a:schemeClr val="dk1"/>
                </a:solidFill>
              </a:rPr>
              <a:t>, temos que declarar esses elemento </a:t>
            </a:r>
            <a:r>
              <a:rPr lang="pt-BR" sz="1800" err="1">
                <a:solidFill>
                  <a:schemeClr val="dk1"/>
                </a:solidFill>
              </a:rPr>
              <a:t>la</a:t>
            </a:r>
            <a:r>
              <a:rPr lang="pt-BR" sz="1800">
                <a:solidFill>
                  <a:schemeClr val="dk1"/>
                </a:solidFill>
              </a:rPr>
              <a:t> na classe.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Depois criamos o evento de click dos botões, para que quando clicar em um botão o aplicativo capture esse clique.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finalmente desenvolvemos a logica do aplicativo, o que queremos que </a:t>
            </a:r>
            <a:r>
              <a:rPr lang="pt-BR" sz="1800" err="1">
                <a:solidFill>
                  <a:schemeClr val="dk1"/>
                </a:solidFill>
              </a:rPr>
              <a:t>aconteca</a:t>
            </a:r>
            <a:r>
              <a:rPr lang="pt-BR" sz="1800">
                <a:solidFill>
                  <a:schemeClr val="dk1"/>
                </a:solidFill>
              </a:rPr>
              <a:t> quando clicamos nos botões.</a:t>
            </a:r>
          </a:p>
        </p:txBody>
      </p:sp>
    </p:spTree>
    <p:extLst>
      <p:ext uri="{BB962C8B-B14F-4D97-AF65-F5344CB8AC3E}">
        <p14:creationId xmlns:p14="http://schemas.microsoft.com/office/powerpoint/2010/main" val="6842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DCD541-1888-9EB8-DD0D-4DBC7E78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F50BF21A-86D0-2BBB-B766-8F8E0E60B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92B7649B-46DE-AB83-9837-1EDFF6253597}"/>
              </a:ext>
            </a:extLst>
          </p:cNvPr>
          <p:cNvSpPr txBox="1"/>
          <p:nvPr/>
        </p:nvSpPr>
        <p:spPr>
          <a:xfrm>
            <a:off x="9113520" y="1810385"/>
            <a:ext cx="2240400" cy="17542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Como temos que pegar os dados do usuário, podemos criar uma classe usuário com esses atributos.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1AF7A-C54C-4F45-E02D-72FC183A6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505262422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4505262422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75D1269-8C43-B26B-45A6-D5C99A7E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2" name="Google Shape;92;p2">
            <a:extLst>
              <a:ext uri="{FF2B5EF4-FFF2-40B4-BE49-F238E27FC236}">
                <a16:creationId xmlns:a16="http://schemas.microsoft.com/office/drawing/2014/main" id="{426F92C5-8D26-2CAA-0FE3-43D7DFDC4FB8}"/>
              </a:ext>
            </a:extLst>
          </p:cNvPr>
          <p:cNvSpPr txBox="1"/>
          <p:nvPr/>
        </p:nvSpPr>
        <p:spPr>
          <a:xfrm>
            <a:off x="9113520" y="1810385"/>
            <a:ext cx="2240400" cy="20312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Para criar a classe </a:t>
            </a:r>
            <a:r>
              <a:rPr lang="pt-BR" sz="1800" err="1">
                <a:solidFill>
                  <a:schemeClr val="dk1"/>
                </a:solidFill>
              </a:rPr>
              <a:t>Usuario</a:t>
            </a:r>
            <a:r>
              <a:rPr lang="pt-BR" sz="1800">
                <a:solidFill>
                  <a:schemeClr val="dk1"/>
                </a:solidFill>
              </a:rPr>
              <a:t> clicar com o botão direito sobre o pacote principal, new </a:t>
            </a:r>
            <a:r>
              <a:rPr lang="pt-BR" sz="1800" err="1">
                <a:solidFill>
                  <a:schemeClr val="dk1"/>
                </a:solidFill>
              </a:rPr>
              <a:t>java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class</a:t>
            </a:r>
            <a:r>
              <a:rPr lang="pt-BR" sz="1800">
                <a:solidFill>
                  <a:schemeClr val="dk1"/>
                </a:solidFill>
              </a:rPr>
              <a:t> e colocar  o nome </a:t>
            </a:r>
            <a:r>
              <a:rPr lang="pt-BR" sz="1800" err="1">
                <a:solidFill>
                  <a:schemeClr val="dk1"/>
                </a:solidFill>
              </a:rPr>
              <a:t>Usuario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FA767E7-1943-5C63-803F-5568EE85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B325A7-32E7-62D2-9916-77C228666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2" name="Google Shape;92;p2">
            <a:extLst>
              <a:ext uri="{FF2B5EF4-FFF2-40B4-BE49-F238E27FC236}">
                <a16:creationId xmlns:a16="http://schemas.microsoft.com/office/drawing/2014/main" id="{00DF7CAE-7EE9-4E8D-AFF4-4AD4779BE54A}"/>
              </a:ext>
            </a:extLst>
          </p:cNvPr>
          <p:cNvSpPr txBox="1"/>
          <p:nvPr/>
        </p:nvSpPr>
        <p:spPr>
          <a:xfrm>
            <a:off x="9113520" y="1810385"/>
            <a:ext cx="2240400" cy="1200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Declaramos as variáveis dos atributos como </a:t>
            </a:r>
            <a:r>
              <a:rPr lang="pt-BR" sz="1800" err="1">
                <a:solidFill>
                  <a:schemeClr val="dk1"/>
                </a:solidFill>
              </a:rPr>
              <a:t>private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794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26E1B7-0A28-4267-2B68-28224C45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EA74D88E-65BC-F45E-DA17-F5EC6F7991AA}"/>
              </a:ext>
            </a:extLst>
          </p:cNvPr>
          <p:cNvSpPr txBox="1"/>
          <p:nvPr/>
        </p:nvSpPr>
        <p:spPr>
          <a:xfrm>
            <a:off x="9113520" y="1810385"/>
            <a:ext cx="2240400" cy="258528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Para acessar as variáveis </a:t>
            </a:r>
            <a:r>
              <a:rPr lang="pt-BR" sz="1800" err="1">
                <a:solidFill>
                  <a:schemeClr val="dk1"/>
                </a:solidFill>
              </a:rPr>
              <a:t>private</a:t>
            </a:r>
            <a:r>
              <a:rPr lang="pt-BR" sz="1800">
                <a:solidFill>
                  <a:schemeClr val="dk1"/>
                </a:solidFill>
              </a:rPr>
              <a:t> temos que criar os </a:t>
            </a:r>
            <a:r>
              <a:rPr lang="pt-BR" sz="1800" err="1">
                <a:solidFill>
                  <a:schemeClr val="dk1"/>
                </a:solidFill>
              </a:rPr>
              <a:t>getters</a:t>
            </a:r>
            <a:r>
              <a:rPr lang="pt-BR" sz="1800">
                <a:solidFill>
                  <a:schemeClr val="dk1"/>
                </a:solidFill>
              </a:rPr>
              <a:t> e </a:t>
            </a:r>
            <a:r>
              <a:rPr lang="pt-BR" sz="1800" err="1">
                <a:solidFill>
                  <a:schemeClr val="dk1"/>
                </a:solidFill>
              </a:rPr>
              <a:t>setters</a:t>
            </a:r>
            <a:r>
              <a:rPr lang="pt-BR" sz="1800">
                <a:solidFill>
                  <a:schemeClr val="dk1"/>
                </a:solidFill>
              </a:rPr>
              <a:t>, para isso clicamos com o botão direito no código e escolhemos </a:t>
            </a:r>
            <a:r>
              <a:rPr lang="pt-BR" sz="1800" err="1">
                <a:solidFill>
                  <a:schemeClr val="dk1"/>
                </a:solidFill>
              </a:rPr>
              <a:t>generate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537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038B-7261-55C6-A75B-3085680D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DA65A2-29E8-0BF5-33C9-3A6295C7A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7E775833-E230-BAD5-8563-5D817014935B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Escolhemos </a:t>
            </a:r>
            <a:r>
              <a:rPr lang="pt-BR" sz="1800" err="1">
                <a:solidFill>
                  <a:schemeClr val="dk1"/>
                </a:solidFill>
              </a:rPr>
              <a:t>getter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and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setter</a:t>
            </a:r>
            <a:r>
              <a:rPr lang="pt-BR" sz="1800">
                <a:solidFill>
                  <a:schemeClr val="dk1"/>
                </a:solidFill>
              </a:rPr>
              <a:t> e </a:t>
            </a:r>
            <a:r>
              <a:rPr lang="pt-BR" sz="1800" err="1">
                <a:solidFill>
                  <a:schemeClr val="dk1"/>
                </a:solidFill>
              </a:rPr>
              <a:t>selecionoamos</a:t>
            </a:r>
            <a:r>
              <a:rPr lang="pt-BR" sz="1800">
                <a:solidFill>
                  <a:schemeClr val="dk1"/>
                </a:solidFill>
              </a:rPr>
              <a:t> todos os atributos e </a:t>
            </a:r>
            <a:r>
              <a:rPr lang="pt-BR" sz="1800" err="1">
                <a:solidFill>
                  <a:schemeClr val="dk1"/>
                </a:solidFill>
              </a:rPr>
              <a:t>clicaos</a:t>
            </a:r>
            <a:r>
              <a:rPr lang="pt-BR" sz="1800">
                <a:solidFill>
                  <a:schemeClr val="dk1"/>
                </a:solidFill>
              </a:rPr>
              <a:t> em ok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746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113520" y="1810385"/>
            <a:ext cx="2240400" cy="258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o vinculo do layout com a classe</a:t>
            </a:r>
            <a:r>
              <a:rPr lang="pt-BR" sz="1800">
                <a:solidFill>
                  <a:schemeClr val="dk1"/>
                </a:solidFill>
              </a:rPr>
              <a:t>. Para isso abrimos o arquivo </a:t>
            </a:r>
            <a:r>
              <a:rPr lang="pt-BR" sz="180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gradle.app</a:t>
            </a:r>
            <a:r>
              <a:rPr lang="pt-BR" sz="18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dentro da </a:t>
            </a:r>
            <a:r>
              <a:rPr lang="pt-BR" sz="1800" err="1">
                <a:solidFill>
                  <a:schemeClr val="dk1"/>
                </a:solidFill>
              </a:rPr>
              <a:t>tag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android</a:t>
            </a:r>
            <a:r>
              <a:rPr lang="pt-BR" sz="1800">
                <a:solidFill>
                  <a:schemeClr val="dk1"/>
                </a:solidFill>
              </a:rPr>
              <a:t> colocamos os comandos do </a:t>
            </a:r>
            <a:r>
              <a:rPr lang="pt-BR" sz="1800" err="1">
                <a:solidFill>
                  <a:schemeClr val="dk1"/>
                </a:solidFill>
              </a:rPr>
              <a:t>buildFeatures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106" name="Google Shape;106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13525" y="1810371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MainActivity, vamos declarar um botão e os EditText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Vou aproveitar e declarar também um usuario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 método findViewById para ligar o layout ao código, instanciar um usuário e  pegar os dados do formulário e salvar no objeto usuário.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testar, vamos criar um toast com os dados aqui, depois limpar os campos.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 aqui a gente já sabe. Vamos agora salvar esses dados em um arquivo temporário SharedPreferences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9113520" y="1810385"/>
            <a:ext cx="224028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isso, a primeira coisa que vou fazer aqui em cima é declarar um SharedPreferences.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responsável por criar um arquivo dentro da pasta do sistema.</a:t>
            </a:r>
            <a:endParaRPr/>
          </a:p>
        </p:txBody>
      </p:sp>
      <p:pic>
        <p:nvPicPr>
          <p:cNvPr id="134" name="Google Shape;13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pasta do sistema é onde o aplicativo sera armazenado. Para saber onde esta essa pasta, vamos em gradle, e pegamos o applicationId; La ele mostra o local do aplicativo.</a:t>
            </a:r>
            <a:endParaRPr/>
          </a:p>
        </p:txBody>
      </p:sp>
      <p:pic>
        <p:nvPicPr>
          <p:cNvPr id="141" name="Google Shape;141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9113520" y="1810385"/>
            <a:ext cx="2240280" cy="14773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aparecer o icone do device explorer, va para view, tools Windows e device explorer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device, abrimos a pasta data, depois data denovo e navegamos ate aquela pasta que vimos no gradle.</a:t>
            </a:r>
            <a:endParaRPr/>
          </a:p>
        </p:txBody>
      </p:sp>
      <p:pic>
        <p:nvPicPr>
          <p:cNvPr id="155" name="Google Shape;155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vai precisar nomear o arquivo então vamos criar aqui uma variável constante do tipo static para colocar o nome dentro dela.</a:t>
            </a:r>
            <a:endParaRPr/>
          </a:p>
        </p:txBody>
      </p:sp>
      <p:pic>
        <p:nvPicPr>
          <p:cNvPr id="162" name="Google Shape;162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9113520" y="1810385"/>
            <a:ext cx="2240280" cy="39703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vamos usar o método getSharedPreferences passando o nome e o modo. Mode 0 significa que so você que esta logado tem acesso aos dados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criamos um Editor que eu chamei de dadosLogin. Sera nele que iremos colocar os dados.</a:t>
            </a:r>
            <a:endParaRPr/>
          </a:p>
        </p:txBody>
      </p:sp>
      <p:pic>
        <p:nvPicPr>
          <p:cNvPr id="169" name="Google Shape;169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Finalmente salvamos os dados dentro do objeto dadosLogin, colocando uma chave e um valor.</a:t>
            </a:r>
            <a:endParaRPr/>
          </a:p>
        </p:txBody>
      </p:sp>
      <p:pic>
        <p:nvPicPr>
          <p:cNvPr id="176" name="Google Shape;176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9113520" y="1810385"/>
            <a:ext cx="2240280" cy="923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 já temos os dados cadastrados.</a:t>
            </a:r>
            <a:endParaRPr/>
          </a:p>
        </p:txBody>
      </p:sp>
      <p:pic>
        <p:nvPicPr>
          <p:cNvPr id="183" name="Google Shape;18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Otimizar o app: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Criei um método initComponents para inicializar e no onCreate eu apenas chamo ele</a:t>
            </a:r>
            <a:endParaRPr/>
          </a:p>
        </p:txBody>
      </p:sp>
      <p:pic>
        <p:nvPicPr>
          <p:cNvPr id="190" name="Google Shape;190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113520" y="1810385"/>
            <a:ext cx="224028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Tornar o dadosLogin publico, então eu vou declarar ele la em cima</a:t>
            </a:r>
            <a:endParaRPr/>
          </a:p>
        </p:txBody>
      </p:sp>
      <p:pic>
        <p:nvPicPr>
          <p:cNvPr id="197" name="Google Shape;197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eu já declarei ele la em cima, agora basta usar aqui chamando o método edit do preferences.</a:t>
            </a:r>
            <a:endParaRPr/>
          </a:p>
        </p:txBody>
      </p:sp>
      <p:pic>
        <p:nvPicPr>
          <p:cNvPr id="204" name="Google Shape;204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113520" y="1810385"/>
            <a:ext cx="2240280" cy="39703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detalhe importante, eh que esse método para gravar os dados, esta dentro do botão criar, e ainda assim antes eu checo pra ver se o checkbox para lembrar credenciais esta ligado. Se estiver clicado, a gente vai persistir os dados no sharedpreferences,</a:t>
            </a:r>
            <a:endParaRPr/>
          </a:p>
        </p:txBody>
      </p:sp>
      <p:pic>
        <p:nvPicPr>
          <p:cNvPr id="211" name="Google Shape;211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113520" y="1810385"/>
            <a:ext cx="2240280" cy="3416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vamos fazer o seguinte: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usuário clicar no botão criar, a gente vai checar se ele clicou em Lembrar minhas Credenciais.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ele clicou, a gente vai salvar os dados do usuário no SharedPreferences.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26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também que criar um método para checar se tem algum dado gravado la no SharedPreferences.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tiver é porque em algum momento o usuario clicou pra guardar as credenciais.</a:t>
            </a:r>
            <a:endParaRPr/>
          </a:p>
        </p:txBody>
      </p:sp>
      <p:pic>
        <p:nvPicPr>
          <p:cNvPr id="225" name="Google Shape;225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are o arquivo preferencias, e pega o que tiver dentro dele. Se tiver algo gravado, ele vai retornar verdadeiro e ai vai mudar de tela sem passar pelo login.</a:t>
            </a:r>
            <a:endParaRPr/>
          </a:p>
        </p:txBody>
      </p:sp>
      <p:pic>
        <p:nvPicPr>
          <p:cNvPr id="232" name="Google Shape;232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usuario clicar no botão limpar, além de limpar o formulário, vai limpar o arquivo de preferences, então no próximo login o usuario terá que gravar novamente os dados.</a:t>
            </a:r>
            <a:endParaRPr/>
          </a:p>
        </p:txBody>
      </p:sp>
      <p:pic>
        <p:nvPicPr>
          <p:cNvPr id="239" name="Google Shape;239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415540" y="2136338"/>
            <a:ext cx="736092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vimos a gente pode criar um sistema de login com login automático.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nada impede de o usuario clicar em criar e não digitar nenhum dado.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temos que criar um método que valide se o usuario digitou todos os dados antes de clicar no botão.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é o desafio, criar um método de validação de dados que impeca o usuario de clicar no botão sem ter digitado todos os dados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311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4206240" y="2560320"/>
            <a:ext cx="3779520" cy="17373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Fabio Claret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Cleiton Silva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1" name="Google Shape;321;p34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8" name="Google Shape;328;p3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2" name="Google Shape;342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3" ma:contentTypeDescription="Crie um novo documento." ma:contentTypeScope="" ma:versionID="3a62135140bc0e2af52dc6be8d5a0a00">
  <xsd:schema xmlns:xsd="http://www.w3.org/2001/XMLSchema" xmlns:xs="http://www.w3.org/2001/XMLSchema" xmlns:p="http://schemas.microsoft.com/office/2006/metadata/properties" xmlns:ns2="3631bb57-033e-4eb3-878b-dec66511362f" targetNamespace="http://schemas.microsoft.com/office/2006/metadata/properties" ma:root="true" ma:fieldsID="ba52a0237db9b0e99e4c58c4298d30a4" ns2:_="">
    <xsd:import namespace="3631bb57-033e-4eb3-878b-dec6651136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D7C9AA-B7AE-4EEE-9140-DCB79401C4FD}">
  <ds:schemaRefs>
    <ds:schemaRef ds:uri="3631bb57-033e-4eb3-878b-dec6651136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B3A87E5-F7BC-40CB-BEB1-6EFC039144E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6D617A-2428-4290-8642-718C381C26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52</Slides>
  <Notes>40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Tema do Office</vt:lpstr>
      <vt:lpstr>Login com SharedPreferences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revision>1</cp:revision>
  <dcterms:created xsi:type="dcterms:W3CDTF">2025-04-21T14:44:32Z</dcterms:created>
  <dcterms:modified xsi:type="dcterms:W3CDTF">2025-10-24T22:54:12Z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