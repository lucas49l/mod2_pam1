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1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</p:sldIdLst>
  <p:sldSz cx="12192000" cy="6858000"/>
  <p:notesSz cx="6858000" cy="9144000"/>
  <p:embeddedFontLst>
    <p:embeddedFont>
      <p:font typeface="Play" panose="020B0604020202020204" charset="0"/>
      <p:regular r:id="rId112"/>
      <p:bold r:id="rId1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4" roundtripDataSignature="AMtx7mjwdKBWHxL0OMTfXL8msGYDl6UT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D36C5-861C-7BD5-EEA7-3AE54E9DE856}" v="1" dt="2025-10-31T22:27:46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theme" Target="theme/theme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font" Target="fonts/font1.fntdata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font" Target="fonts/font2.fntdata"/><Relationship Id="rId118" Type="http://schemas.openxmlformats.org/officeDocument/2006/relationships/tableStyles" Target="tableStyle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customschemas.google.com/relationships/presentationmetadata" Target="metadata"/><Relationship Id="rId119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EDUARDA GOUVEA NEVES CRUZ" userId="S::maria.cruz247@etec.sp.gov.br::4fbbc989-210d-4be6-b442-789fb1465b13" providerId="AD" clId="Web-{67FD36C5-861C-7BD5-EEA7-3AE54E9DE856}"/>
    <pc:docChg chg="modSld">
      <pc:chgData name="MARIA EDUARDA GOUVEA NEVES CRUZ" userId="S::maria.cruz247@etec.sp.gov.br::4fbbc989-210d-4be6-b442-789fb1465b13" providerId="AD" clId="Web-{67FD36C5-861C-7BD5-EEA7-3AE54E9DE856}" dt="2025-10-31T22:27:46.383" v="0" actId="14100"/>
      <pc:docMkLst>
        <pc:docMk/>
      </pc:docMkLst>
      <pc:sldChg chg="modSp">
        <pc:chgData name="MARIA EDUARDA GOUVEA NEVES CRUZ" userId="S::maria.cruz247@etec.sp.gov.br::4fbbc989-210d-4be6-b442-789fb1465b13" providerId="AD" clId="Web-{67FD36C5-861C-7BD5-EEA7-3AE54E9DE856}" dt="2025-10-31T22:27:46.383" v="0" actId="14100"/>
        <pc:sldMkLst>
          <pc:docMk/>
          <pc:sldMk cId="0" sldId="259"/>
        </pc:sldMkLst>
        <pc:spChg chg="mod">
          <ac:chgData name="MARIA EDUARDA GOUVEA NEVES CRUZ" userId="S::maria.cruz247@etec.sp.gov.br::4fbbc989-210d-4be6-b442-789fb1465b13" providerId="AD" clId="Web-{67FD36C5-861C-7BD5-EEA7-3AE54E9DE856}" dt="2025-10-31T22:27:46.383" v="0" actId="14100"/>
          <ac:spMkLst>
            <pc:docMk/>
            <pc:sldMk cId="0" sldId="259"/>
            <ac:spMk id="10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96e5ef5a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2d96e5ef5a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96e5ef5a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d96e5ef5a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96e5ef5a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2d96e5ef5a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7f09b5ef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37f09b5ef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7f09b5ef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37f09b5ef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pt-BR">
                <a:solidFill>
                  <a:schemeClr val="lt1"/>
                </a:solidFill>
              </a:rPr>
              <a:t>App Play Music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pt-BR">
                <a:solidFill>
                  <a:schemeClr val="lt1"/>
                </a:solidFill>
              </a:rPr>
              <a:t>Usando os conceitos de Life Cycle na pratica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8763000" y="1249826"/>
            <a:ext cx="2590800" cy="3140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criar um app para executar uma musica no Android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usar os conceitos de ciclo de vida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aqui três botões, um para tocar, outro para pausar e outro para parar a reprodução.</a:t>
            </a:r>
            <a:endParaRPr/>
          </a:p>
        </p:txBody>
      </p:sp>
      <p:pic>
        <p:nvPicPr>
          <p:cNvPr id="92" name="Google Shape;92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8763001" y="1249816"/>
            <a:ext cx="259080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colocar um nome e escolher a linguagem Java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 rot="-774671">
            <a:off x="5152180" y="2732748"/>
            <a:ext cx="3968842" cy="905173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Mudar para Java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8763000" y="1249826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facilitar o processo, eu vou disponibilizar os arquivos com as imagens e a musica. Depois vocês podem colocar a musica que quiserem.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colocar as imagens no projeto, vamos dar um </a:t>
            </a:r>
            <a:r>
              <a:rPr lang="pt-BR" sz="1800" b="1">
                <a:solidFill>
                  <a:schemeClr val="dk1"/>
                </a:solidFill>
              </a:rPr>
              <a:t>control+C e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control +V na pasta drawable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07" name="Google Shape;107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8763001" y="1249816"/>
            <a:ext cx="259080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imagens ficarão na pasta drawable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 rot="-567842">
            <a:off x="2577164" y="2482285"/>
            <a:ext cx="4960822" cy="932734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Seleciona todas imagens copia e clica em drawable e cola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8763001" y="1249816"/>
            <a:ext cx="2590800" cy="36933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de musica e de vídeo, não podemos colocar na pasta drawable, temos que criar uma pasta chamada raw.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pasta é especifica para armazenar vídeos e musica.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criar, botão direito na pasta res, New Resource Directory e escolhemos o tipo raw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96e5ef5af_0_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8" name="Google Shape;128;g2d96e5ef5af_0_2"/>
          <p:cNvSpPr txBox="1"/>
          <p:nvPr/>
        </p:nvSpPr>
        <p:spPr>
          <a:xfrm>
            <a:off x="8763001" y="1249816"/>
            <a:ext cx="2590800" cy="1477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criar, botão direito na pasta </a:t>
            </a:r>
            <a:r>
              <a:rPr lang="pt-BR" sz="1800" b="1">
                <a:solidFill>
                  <a:schemeClr val="dk1"/>
                </a:solidFill>
              </a:rPr>
              <a:t>res, New Resource Directory e escolhemos o tipo raw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29" name="Google Shape;129;g2d96e5ef5af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249825"/>
            <a:ext cx="7977023" cy="4484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d96e5ef5af_0_2"/>
          <p:cNvSpPr/>
          <p:nvPr/>
        </p:nvSpPr>
        <p:spPr>
          <a:xfrm rot="581438">
            <a:off x="-469945" y="1897261"/>
            <a:ext cx="1113894" cy="5919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763001" y="1249816"/>
            <a:ext cx="25908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Colamos na pasta raw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8763001" y="1249816"/>
            <a:ext cx="2590800" cy="23083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esse app vai ser muito simples, não precisamos criar uma tela para ele, e usamos a activity_main para isso, mudando o layout para LinearLayout e orientation horizontal</a:t>
            </a:r>
            <a:endParaRPr/>
          </a:p>
        </p:txBody>
      </p:sp>
      <p:pic>
        <p:nvPicPr>
          <p:cNvPr id="144" name="Google Shape;144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6e5ef5af_0_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0" name="Google Shape;150;g2d96e5ef5af_0_13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 isso, </a:t>
            </a:r>
            <a:r>
              <a:rPr lang="pt-BR" sz="1800">
                <a:solidFill>
                  <a:schemeClr val="dk1"/>
                </a:solidFill>
              </a:rPr>
              <a:t>mudamos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layout para LinearLayout e orientation horizontal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 s</a:t>
            </a:r>
            <a:r>
              <a:rPr lang="pt-BR" sz="1800" b="1">
                <a:solidFill>
                  <a:schemeClr val="dk1"/>
                </a:solidFill>
              </a:rPr>
              <a:t>elecionamos tudo que esta escrito em amarelo que eh o ConstraintLayout e mudamos para LinearLayout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51" name="Google Shape;151;g2d96e5ef5af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772400" cy="436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96e5ef5af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7" name="Google Shape;157;g2d96e5ef5af_0_20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 isso, </a:t>
            </a:r>
            <a:r>
              <a:rPr lang="pt-BR" sz="1800">
                <a:solidFill>
                  <a:schemeClr val="dk1"/>
                </a:solidFill>
              </a:rPr>
              <a:t>mudamos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layout para LinearLayout e orientation horizontal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 s</a:t>
            </a:r>
            <a:r>
              <a:rPr lang="pt-BR" sz="1800" b="1">
                <a:solidFill>
                  <a:schemeClr val="dk1"/>
                </a:solidFill>
              </a:rPr>
              <a:t>elecionamos tudo que esta escrito em amarelo que eh o ConstraintLayout e mudamos para LinearLayout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58" name="Google Shape;158;g2d96e5ef5af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619999" cy="428416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d96e5ef5af_0_20"/>
          <p:cNvSpPr/>
          <p:nvPr/>
        </p:nvSpPr>
        <p:spPr>
          <a:xfrm rot="-1816265">
            <a:off x="1716563" y="1140822"/>
            <a:ext cx="1689573" cy="50120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8763001" y="1249816"/>
            <a:ext cx="259080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criar uma ImageView e colocar as seguintes configurações, e depois replicar para os outros dois botoes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8763001" y="1249816"/>
            <a:ext cx="259080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Ajustando vai ficar assim</a:t>
            </a:r>
            <a:endParaRPr/>
          </a:p>
        </p:txBody>
      </p:sp>
      <p:pic>
        <p:nvPicPr>
          <p:cNvPr id="173" name="Google Shape;173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8763000" y="124982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centralizar eu vou no container pai e uso o gravity center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feito, vamos para a MainActivity e associar a essas imagens os botões que queremos.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Existem dois modos de ligar o layout ao Java: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0" name="Google Shape;180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9557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8763000" y="1249828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Modo 1: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tem que linkar o layout com o Java. Para isso temos que seguir os seguintes passos.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o build.gradle(aps) e colocar os seguintes códigos </a:t>
            </a:r>
            <a:r>
              <a:rPr lang="pt-BR" sz="1800" b="1">
                <a:solidFill>
                  <a:schemeClr val="dk1"/>
                </a:solidFill>
              </a:rPr>
              <a:t>dentro da tag android:</a:t>
            </a:r>
            <a:endParaRPr b="1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Sincronizar o arquivo</a:t>
            </a:r>
            <a:endParaRPr/>
          </a:p>
        </p:txBody>
      </p:sp>
      <p:pic>
        <p:nvPicPr>
          <p:cNvPr id="187" name="Google Shape;187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40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 rot="1464185">
            <a:off x="171791" y="2925679"/>
            <a:ext cx="1148726" cy="62954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7f09b5efd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94" name="Google Shape;194;g337f09b5efd_0_1"/>
          <p:cNvSpPr txBox="1"/>
          <p:nvPr/>
        </p:nvSpPr>
        <p:spPr>
          <a:xfrm>
            <a:off x="8763000" y="1249828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Modo 1: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tem que linkar o layout com o Java. Para isso temos que seguir os seguintes passos.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o build.gradle(aps) e colocar os seguintes códigos </a:t>
            </a:r>
            <a:r>
              <a:rPr lang="pt-BR" sz="1800" b="1">
                <a:solidFill>
                  <a:schemeClr val="dk1"/>
                </a:solidFill>
              </a:rPr>
              <a:t>dentro da tag android:</a:t>
            </a:r>
            <a:endParaRPr b="1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Sincronizar o arquivo</a:t>
            </a:r>
            <a:endParaRPr/>
          </a:p>
        </p:txBody>
      </p:sp>
      <p:pic>
        <p:nvPicPr>
          <p:cNvPr id="195" name="Google Shape;195;g337f09b5efd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56101"/>
            <a:ext cx="7772400" cy="436981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37f09b5efd_0_1"/>
          <p:cNvSpPr/>
          <p:nvPr/>
        </p:nvSpPr>
        <p:spPr>
          <a:xfrm rot="1863499">
            <a:off x="-24253" y="2643725"/>
            <a:ext cx="1371750" cy="73115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abra esse arquivo</a:t>
            </a:r>
            <a:endParaRPr/>
          </a:p>
        </p:txBody>
      </p:sp>
      <p:sp>
        <p:nvSpPr>
          <p:cNvPr id="197" name="Google Shape;197;g337f09b5efd_0_1"/>
          <p:cNvSpPr/>
          <p:nvPr/>
        </p:nvSpPr>
        <p:spPr>
          <a:xfrm rot="1923590">
            <a:off x="5075288" y="840629"/>
            <a:ext cx="2041430" cy="86909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Sincronizar clicando aqui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8763000" y="1249825"/>
            <a:ext cx="3021000" cy="5356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MainActivity, vamos declarar um objeto </a:t>
            </a:r>
            <a:r>
              <a:rPr lang="pt-BR" sz="1800" b="1">
                <a:solidFill>
                  <a:schemeClr val="dk1"/>
                </a:solidFill>
              </a:rPr>
              <a:t>ActivityMainBinding binding.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objeto é criado quando sincronizamos o gradle.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Aproveitamos também para declarar as nossas imagens dos botões play pause e stop.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</a:t>
            </a:r>
            <a:r>
              <a:rPr lang="pt-BR" sz="1800" b="1">
                <a:solidFill>
                  <a:schemeClr val="dk1"/>
                </a:solidFill>
              </a:rPr>
              <a:t>onCreate a gente acessa o método inflate do ActivityMainBinding e o método getLayoutInflater.</a:t>
            </a:r>
            <a:endParaRPr b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E no setContentView a gente aponta para o getRoot do binding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04" name="Google Shape;204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9557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8763001" y="1249816"/>
            <a:ext cx="259080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Feito isso eu liguei o layout com o java.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vamos colocar o um evento de click em cada botão desses.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Feito isso, agora ao clicar em cada um dos botões, esse click vai ser tratado aqui dentro do Java</a:t>
            </a:r>
            <a:endParaRPr/>
          </a:p>
        </p:txBody>
      </p:sp>
      <p:pic>
        <p:nvPicPr>
          <p:cNvPr id="211" name="Google Shape;211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7f09b5efd_0_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7" name="Google Shape;217;g337f09b5efd_0_11"/>
          <p:cNvSpPr txBox="1"/>
          <p:nvPr/>
        </p:nvSpPr>
        <p:spPr>
          <a:xfrm>
            <a:off x="8763001" y="1249816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</a:rPr>
              <a:t>Modo 2: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Nao precisa mexer no build-gradle.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Declaramos as variaveis do tipo ImageView,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Depois ligamos o layout com a logica com o metodo findViewById: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Esse metodo localiza o botao pelo seu id e liga com a variavel que criamos no Java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8" name="Google Shape;218;g337f09b5efd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807226" cy="438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24" name="Google Shape;224;p15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classe que nos ajuda a tocar uma musica é a MediaPlayer, então vamos declarar ela aqui em cima.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dentro do onCreate, a gente vai acessar o método create para criar o objeto.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8763001" y="1249816"/>
            <a:ext cx="259080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precisamos passar para esse método create o contexto e o caminho da musica.</a:t>
            </a:r>
            <a:endParaRPr/>
          </a:p>
        </p:txBody>
      </p:sp>
      <p:pic>
        <p:nvPicPr>
          <p:cNvPr id="232" name="Google Shape;232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8763001" y="1249816"/>
            <a:ext cx="2590800" cy="3694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pegar o contexto usamos o método getContext, e depois colocamos a virgula para passar o caminho que esta dentro da pasta res:R.raw.</a:t>
            </a:r>
            <a:r>
              <a:rPr lang="pt-BR" sz="1800">
                <a:solidFill>
                  <a:schemeClr val="dk1"/>
                </a:solidFill>
              </a:rPr>
              <a:t>nothing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q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ue é o nome da musica.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nosso objeto mediaPlayer já tem a nossa musica dentro dele</a:t>
            </a:r>
            <a:endParaRPr/>
          </a:p>
        </p:txBody>
      </p:sp>
      <p:pic>
        <p:nvPicPr>
          <p:cNvPr id="239" name="Google Shape;239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8763001" y="1249816"/>
            <a:ext cx="259080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para executar a musica, checamos se existe uma musica, e se não for, usamos o método start do mediaPlayer.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ao apertar o botão de Play, ele vai executar a musica</a:t>
            </a:r>
            <a:endParaRPr/>
          </a:p>
        </p:txBody>
      </p:sp>
      <p:pic>
        <p:nvPicPr>
          <p:cNvPr id="246" name="Google Shape;246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8763001" y="1249816"/>
            <a:ext cx="259080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pausar, a gente vai verificar se o objeto estiver tocando, a gente usa o método pause.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se quisermos continuar a musica da onde parou basta clicar em play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763001" y="1249816"/>
            <a:ext cx="259080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stop para a musica e ao clicar em play, a gente vai começar a musica do começo.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quando paramos a musica, ele destroy o objeto mediaPlayer, então temos que logo após parar a musica, criar novamente o objeto mediaPlayer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763001" y="1249816"/>
            <a:ext cx="2590800" cy="53553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vamos usar o Ciclo de vida no nosso player.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Vejamos. Se eu minimizar o aplicativo, do jeito que esta, a musica vai continuar tocando. Se eu quizer que ao minimizar a musica pause,  temos que usar o Ciclo de vida.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minimizamos o app ele usa o método onPause, depois o onStopped. Voltando ele vai dar um reStart, depois onStart e onResume.</a:t>
            </a:r>
            <a:endParaRPr/>
          </a:p>
        </p:txBody>
      </p:sp>
      <p:pic>
        <p:nvPicPr>
          <p:cNvPr id="267" name="Google Shape;267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763000" y="1249825"/>
            <a:ext cx="2590800" cy="4248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Entao para pausar a musica ao minimizar o app vamos usar o onStop() onde para a atividade mas não destrói ela: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Colocamos o método onStop fora do onCreate mas dentro da classe.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minimizar agora o app, ele vai pausar a musica. E ao voltar para o app, ele vai voltar a tocar</a:t>
            </a:r>
            <a:endParaRPr/>
          </a:p>
        </p:txBody>
      </p:sp>
      <p:pic>
        <p:nvPicPr>
          <p:cNvPr id="274" name="Google Shape;274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8763000" y="395741"/>
            <a:ext cx="2590800" cy="563231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os recursos de musica e vídeo consomem muita memoria do celular, então eh legal a gente pensar que ao sair do aplicativo, a gente pare a musica e também limpe a memoria. Fazemos isso usando o método stop do mediaPlayer e o método release. E também destruímos o objeto mediaPlayer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saímos do app é rodado o onDestroy, e dentro dele vamos colocar essas funcionalidades</a:t>
            </a:r>
            <a:endParaRPr/>
          </a:p>
        </p:txBody>
      </p:sp>
      <p:pic>
        <p:nvPicPr>
          <p:cNvPr id="281" name="Google Shape;281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763001" y="1249816"/>
            <a:ext cx="2590800" cy="23083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eu quizer que ao abrir o app ele já toque a musica, então podemos usar o método start do mediaPlayer dentro do onStart que roda quando abrimos o app </a:t>
            </a:r>
            <a:endParaRPr/>
          </a:p>
        </p:txBody>
      </p:sp>
      <p:pic>
        <p:nvPicPr>
          <p:cNvPr id="288" name="Google Shape;288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8763001" y="1249816"/>
            <a:ext cx="259080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fim, podemos ao sair do app, pedir que  ele pare o mediaPlayer, e libere a memoria do celular. E para garantir ainda podemos destruir o objeto mediaPlayer, dessa forma todos os recursos alocados pelo mediaPlayer serão liberados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50" name="Google Shape;350;p3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57" name="Google Shape;357;p3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71" name="Google Shape;371;p3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78" name="Google Shape;378;p3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85" name="Google Shape;385;p3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92" name="Google Shape;392;p3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06" name="Google Shape;406;p4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13" name="Google Shape;413;p4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20" name="Google Shape;420;p4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27" name="Google Shape;427;p4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34" name="Google Shape;434;p4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41" name="Google Shape;441;p4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48" name="Google Shape;448;p4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55" name="Google Shape;455;p4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62" name="Google Shape;462;p4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69" name="Google Shape;469;p5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76" name="Google Shape;476;p5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83" name="Google Shape;483;p5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90" name="Google Shape;490;p5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497" name="Google Shape;497;p5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04" name="Google Shape;504;p5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11" name="Google Shape;511;p5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18" name="Google Shape;518;p5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25" name="Google Shape;525;p5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32" name="Google Shape;532;p5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39" name="Google Shape;539;p6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46" name="Google Shape;546;p6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53" name="Google Shape;553;p6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60" name="Google Shape;560;p6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67" name="Google Shape;567;p6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74" name="Google Shape;574;p6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81" name="Google Shape;581;p6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88" name="Google Shape;588;p6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595" name="Google Shape;595;p6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02" name="Google Shape;602;p6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09" name="Google Shape;609;p7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16" name="Google Shape;616;p7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23" name="Google Shape;623;p7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30" name="Google Shape;630;p7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37" name="Google Shape;637;p7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44" name="Google Shape;644;p7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51" name="Google Shape;651;p7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58" name="Google Shape;658;p7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65" name="Google Shape;665;p7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72" name="Google Shape;672;p7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79" name="Google Shape;679;p8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86" name="Google Shape;686;p8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8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693" name="Google Shape;693;p8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00" name="Google Shape;700;p8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07" name="Google Shape;707;p8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14" name="Google Shape;714;p8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21" name="Google Shape;721;p8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8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28" name="Google Shape;728;p8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8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35" name="Google Shape;735;p8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8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42" name="Google Shape;742;p8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8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49" name="Google Shape;749;p9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9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56" name="Google Shape;756;p9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9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63" name="Google Shape;763;p9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9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70" name="Google Shape;770;p9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77" name="Google Shape;777;p9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84" name="Google Shape;784;p9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9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9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91" name="Google Shape;791;p9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9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798" name="Google Shape;798;p9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805" name="Google Shape;805;p9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9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812" name="Google Shape;812;p9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9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819" name="Google Shape;819;p10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0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0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826" name="Google Shape;826;p10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0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7D5A911E655E34CA211CDE88CC408C0" ma:contentTypeVersion="11" ma:contentTypeDescription="Crie um novo documento." ma:contentTypeScope="" ma:versionID="c4d2d8f35bd562dbd019a8f7e5d6d49e">
  <xsd:schema xmlns:xsd="http://www.w3.org/2001/XMLSchema" xmlns:xs="http://www.w3.org/2001/XMLSchema" xmlns:p="http://schemas.microsoft.com/office/2006/metadata/properties" xmlns:ns2="3631bb57-033e-4eb3-878b-dec66511362f" xmlns:ns3="84a3c582-7c03-4777-8207-6b1c8dcee97a" targetNamespace="http://schemas.microsoft.com/office/2006/metadata/properties" ma:root="true" ma:fieldsID="eedf1cf639413df328aad058a5cb044d" ns2:_="" ns3:_="">
    <xsd:import namespace="3631bb57-033e-4eb3-878b-dec66511362f"/>
    <xsd:import namespace="84a3c582-7c03-4777-8207-6b1c8dcee9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1bb57-033e-4eb3-878b-dec665113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a3c582-7c03-4777-8207-6b1c8dcee97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6d83d7e-b111-4301-8d68-3d6398eb5513}" ma:internalName="TaxCatchAll" ma:showField="CatchAllData" ma:web="84a3c582-7c03-4777-8207-6b1c8dcee9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a3c582-7c03-4777-8207-6b1c8dcee97a" xsi:nil="true"/>
    <lcf76f155ced4ddcb4097134ff3c332f xmlns="3631bb57-033e-4eb3-878b-dec66511362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3674AC3-E6F1-4FE9-A74E-787E7BB7C0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1bb57-033e-4eb3-878b-dec66511362f"/>
    <ds:schemaRef ds:uri="84a3c582-7c03-4777-8207-6b1c8dcee9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039A80-96FB-4F8C-96C6-FD56560D25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6C631F-58FB-41C1-8FBD-8CBD5798F28A}">
  <ds:schemaRefs>
    <ds:schemaRef ds:uri="http://schemas.microsoft.com/office/2006/metadata/properties"/>
    <ds:schemaRef ds:uri="http://schemas.microsoft.com/office/infopath/2007/PartnerControls"/>
    <ds:schemaRef ds:uri="84a3c582-7c03-4777-8207-6b1c8dcee97a"/>
    <ds:schemaRef ds:uri="3631bb57-033e-4eb3-878b-dec66511362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106</Slides>
  <Notes>106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106</vt:i4>
      </vt:variant>
    </vt:vector>
  </HeadingPairs>
  <TitlesOfParts>
    <vt:vector size="107" baseType="lpstr">
      <vt:lpstr>Tema do Office</vt:lpstr>
      <vt:lpstr>App Play Music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 Claret Trigo de Oliveira</dc:creator>
  <cp:revision>1</cp:revision>
  <dcterms:created xsi:type="dcterms:W3CDTF">2025-02-13T14:32:56Z</dcterms:created>
  <dcterms:modified xsi:type="dcterms:W3CDTF">2025-10-31T22:27:46Z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0x01010057D5A911E655E34CA211CDE88CC408C0</vt:lpwstr>
  </property>
  <property fmtid="{D5CDD505-2E9C-101B-9397-08002B2CF9AE}" pid="3" name="MediaServiceImageTags">
    <vt:lpwstr/>
  </property>
</Properties>
</file>